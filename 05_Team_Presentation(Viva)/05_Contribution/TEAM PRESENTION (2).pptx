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6" r:id="rId6"/>
    <p:sldId id="277" r:id="rId7"/>
    <p:sldId id="260" r:id="rId8"/>
    <p:sldId id="273" r:id="rId9"/>
    <p:sldId id="269" r:id="rId10"/>
    <p:sldId id="270" r:id="rId11"/>
    <p:sldId id="268" r:id="rId12"/>
    <p:sldId id="278" r:id="rId13"/>
    <p:sldId id="261" r:id="rId14"/>
    <p:sldId id="271" r:id="rId15"/>
    <p:sldId id="267" r:id="rId16"/>
    <p:sldId id="274" r:id="rId17"/>
    <p:sldId id="275" r:id="rId18"/>
    <p:sldId id="276" r:id="rId19"/>
    <p:sldId id="262" r:id="rId20"/>
    <p:sldId id="272" r:id="rId21"/>
    <p:sldId id="263" r:id="rId22"/>
    <p:sldId id="279" r:id="rId23"/>
    <p:sldId id="264" r:id="rId24"/>
    <p:sldId id="265" r:id="rId25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image" Target="../media/image3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655949-9213-440D-99A7-FE37BDAA683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51606A-1DE4-41E6-8E00-17C74A5CAA1D}">
      <dgm:prSet/>
      <dgm:spPr/>
      <dgm:t>
        <a:bodyPr/>
        <a:lstStyle/>
        <a:p>
          <a:r>
            <a:rPr lang="en-GB"/>
            <a:t>MEMBER 1 SAM LEADER</a:t>
          </a:r>
          <a:endParaRPr lang="en-US"/>
        </a:p>
      </dgm:t>
    </dgm:pt>
    <dgm:pt modelId="{D1EBED2F-A9F7-41DF-8925-DD35F467C842}" type="parTrans" cxnId="{3C418CF8-0E3B-456D-BD49-C622383CE582}">
      <dgm:prSet/>
      <dgm:spPr/>
      <dgm:t>
        <a:bodyPr/>
        <a:lstStyle/>
        <a:p>
          <a:endParaRPr lang="en-US"/>
        </a:p>
      </dgm:t>
    </dgm:pt>
    <dgm:pt modelId="{A5FD4D33-4B7F-4E0B-97FC-1DD221929466}" type="sibTrans" cxnId="{3C418CF8-0E3B-456D-BD49-C622383CE582}">
      <dgm:prSet/>
      <dgm:spPr/>
      <dgm:t>
        <a:bodyPr/>
        <a:lstStyle/>
        <a:p>
          <a:endParaRPr lang="en-US"/>
        </a:p>
      </dgm:t>
    </dgm:pt>
    <dgm:pt modelId="{562D1143-B4FC-4DC0-9F23-A9DEE1024096}">
      <dgm:prSet/>
      <dgm:spPr/>
      <dgm:t>
        <a:bodyPr/>
        <a:lstStyle/>
        <a:p>
          <a:r>
            <a:rPr lang="en-GB"/>
            <a:t>MEMBER 2 SAIRA </a:t>
          </a:r>
          <a:endParaRPr lang="en-US"/>
        </a:p>
      </dgm:t>
    </dgm:pt>
    <dgm:pt modelId="{9D726410-499A-4335-A7A1-70A24DEE9AB9}" type="parTrans" cxnId="{0E34AE54-230E-47E1-953B-60A34DF82A54}">
      <dgm:prSet/>
      <dgm:spPr/>
      <dgm:t>
        <a:bodyPr/>
        <a:lstStyle/>
        <a:p>
          <a:endParaRPr lang="en-US"/>
        </a:p>
      </dgm:t>
    </dgm:pt>
    <dgm:pt modelId="{47D82A6B-9AE4-4089-9AAC-54C67DEE5E42}" type="sibTrans" cxnId="{0E34AE54-230E-47E1-953B-60A34DF82A54}">
      <dgm:prSet/>
      <dgm:spPr/>
      <dgm:t>
        <a:bodyPr/>
        <a:lstStyle/>
        <a:p>
          <a:endParaRPr lang="en-US"/>
        </a:p>
      </dgm:t>
    </dgm:pt>
    <dgm:pt modelId="{C6312009-0C39-406D-9E44-989135EBF163}">
      <dgm:prSet/>
      <dgm:spPr/>
      <dgm:t>
        <a:bodyPr/>
        <a:lstStyle/>
        <a:p>
          <a:r>
            <a:rPr lang="en-GB"/>
            <a:t>MEMBER 3 SHAYKH </a:t>
          </a:r>
          <a:endParaRPr lang="en-US"/>
        </a:p>
      </dgm:t>
    </dgm:pt>
    <dgm:pt modelId="{7F39E3EA-416E-44CF-B148-DA36C904B38A}" type="parTrans" cxnId="{B5BA206D-BA64-413E-B219-379C8904F27F}">
      <dgm:prSet/>
      <dgm:spPr/>
      <dgm:t>
        <a:bodyPr/>
        <a:lstStyle/>
        <a:p>
          <a:endParaRPr lang="en-US"/>
        </a:p>
      </dgm:t>
    </dgm:pt>
    <dgm:pt modelId="{365876B1-E35B-40A2-9B5F-F758CAF2E903}" type="sibTrans" cxnId="{B5BA206D-BA64-413E-B219-379C8904F27F}">
      <dgm:prSet/>
      <dgm:spPr/>
      <dgm:t>
        <a:bodyPr/>
        <a:lstStyle/>
        <a:p>
          <a:endParaRPr lang="en-US"/>
        </a:p>
      </dgm:t>
    </dgm:pt>
    <dgm:pt modelId="{6B20E134-B09E-4339-847C-655B4EA53C40}">
      <dgm:prSet/>
      <dgm:spPr/>
      <dgm:t>
        <a:bodyPr/>
        <a:lstStyle/>
        <a:p>
          <a:r>
            <a:rPr lang="en-GB"/>
            <a:t>MEMBER 4 HAMZA </a:t>
          </a:r>
          <a:endParaRPr lang="en-US"/>
        </a:p>
      </dgm:t>
    </dgm:pt>
    <dgm:pt modelId="{9D3B9EAF-BF25-4DC4-A622-9C846485C3B5}" type="parTrans" cxnId="{D0858A8B-8EF7-4DDE-B8F8-922B0B0E15B6}">
      <dgm:prSet/>
      <dgm:spPr/>
      <dgm:t>
        <a:bodyPr/>
        <a:lstStyle/>
        <a:p>
          <a:endParaRPr lang="en-US"/>
        </a:p>
      </dgm:t>
    </dgm:pt>
    <dgm:pt modelId="{FF18F6BE-903D-490E-AC5A-A04F6FE868A0}" type="sibTrans" cxnId="{D0858A8B-8EF7-4DDE-B8F8-922B0B0E15B6}">
      <dgm:prSet/>
      <dgm:spPr/>
      <dgm:t>
        <a:bodyPr/>
        <a:lstStyle/>
        <a:p>
          <a:endParaRPr lang="en-US"/>
        </a:p>
      </dgm:t>
    </dgm:pt>
    <dgm:pt modelId="{FB918376-5429-4B90-8466-555700E72DB2}" type="pres">
      <dgm:prSet presAssocID="{27655949-9213-440D-99A7-FE37BDAA6839}" presName="matrix" presStyleCnt="0">
        <dgm:presLayoutVars>
          <dgm:chMax val="1"/>
          <dgm:dir/>
          <dgm:resizeHandles val="exact"/>
        </dgm:presLayoutVars>
      </dgm:prSet>
      <dgm:spPr/>
    </dgm:pt>
    <dgm:pt modelId="{D215A767-13B5-4B18-927E-770A16A51E7F}" type="pres">
      <dgm:prSet presAssocID="{27655949-9213-440D-99A7-FE37BDAA6839}" presName="diamond" presStyleLbl="bgShp" presStyleIdx="0" presStyleCnt="1"/>
      <dgm:spPr/>
    </dgm:pt>
    <dgm:pt modelId="{035DC25E-BA23-487E-8659-1AE3DCFE23D6}" type="pres">
      <dgm:prSet presAssocID="{27655949-9213-440D-99A7-FE37BDAA683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26401B0-1DB2-41B0-B25B-C3891570DFCC}" type="pres">
      <dgm:prSet presAssocID="{27655949-9213-440D-99A7-FE37BDAA683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F64B42B-BDAC-4D22-A237-F4B2D16BB97A}" type="pres">
      <dgm:prSet presAssocID="{27655949-9213-440D-99A7-FE37BDAA683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26F6339-155B-4A7F-90AE-270357F9F7F9}" type="pres">
      <dgm:prSet presAssocID="{27655949-9213-440D-99A7-FE37BDAA683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3755562-75C6-4BFE-AE63-D4B285FF6827}" type="presOf" srcId="{562D1143-B4FC-4DC0-9F23-A9DEE1024096}" destId="{D26401B0-1DB2-41B0-B25B-C3891570DFCC}" srcOrd="0" destOrd="0" presId="urn:microsoft.com/office/officeart/2005/8/layout/matrix3"/>
    <dgm:cxn modelId="{8B987E42-D18A-472E-AF12-750CDDB1C999}" type="presOf" srcId="{3D51606A-1DE4-41E6-8E00-17C74A5CAA1D}" destId="{035DC25E-BA23-487E-8659-1AE3DCFE23D6}" srcOrd="0" destOrd="0" presId="urn:microsoft.com/office/officeart/2005/8/layout/matrix3"/>
    <dgm:cxn modelId="{B5BA206D-BA64-413E-B219-379C8904F27F}" srcId="{27655949-9213-440D-99A7-FE37BDAA6839}" destId="{C6312009-0C39-406D-9E44-989135EBF163}" srcOrd="2" destOrd="0" parTransId="{7F39E3EA-416E-44CF-B148-DA36C904B38A}" sibTransId="{365876B1-E35B-40A2-9B5F-F758CAF2E903}"/>
    <dgm:cxn modelId="{0E34AE54-230E-47E1-953B-60A34DF82A54}" srcId="{27655949-9213-440D-99A7-FE37BDAA6839}" destId="{562D1143-B4FC-4DC0-9F23-A9DEE1024096}" srcOrd="1" destOrd="0" parTransId="{9D726410-499A-4335-A7A1-70A24DEE9AB9}" sibTransId="{47D82A6B-9AE4-4089-9AAC-54C67DEE5E42}"/>
    <dgm:cxn modelId="{19876C8A-31A4-47DE-A566-66921996007E}" type="presOf" srcId="{6B20E134-B09E-4339-847C-655B4EA53C40}" destId="{C26F6339-155B-4A7F-90AE-270357F9F7F9}" srcOrd="0" destOrd="0" presId="urn:microsoft.com/office/officeart/2005/8/layout/matrix3"/>
    <dgm:cxn modelId="{D0858A8B-8EF7-4DDE-B8F8-922B0B0E15B6}" srcId="{27655949-9213-440D-99A7-FE37BDAA6839}" destId="{6B20E134-B09E-4339-847C-655B4EA53C40}" srcOrd="3" destOrd="0" parTransId="{9D3B9EAF-BF25-4DC4-A622-9C846485C3B5}" sibTransId="{FF18F6BE-903D-490E-AC5A-A04F6FE868A0}"/>
    <dgm:cxn modelId="{9F1FDAAE-C691-45C1-8E2F-625A1B8D93E5}" type="presOf" srcId="{C6312009-0C39-406D-9E44-989135EBF163}" destId="{4F64B42B-BDAC-4D22-A237-F4B2D16BB97A}" srcOrd="0" destOrd="0" presId="urn:microsoft.com/office/officeart/2005/8/layout/matrix3"/>
    <dgm:cxn modelId="{FE5D7AF0-C141-4B9A-8A56-49859E4CE60D}" type="presOf" srcId="{27655949-9213-440D-99A7-FE37BDAA6839}" destId="{FB918376-5429-4B90-8466-555700E72DB2}" srcOrd="0" destOrd="0" presId="urn:microsoft.com/office/officeart/2005/8/layout/matrix3"/>
    <dgm:cxn modelId="{3C418CF8-0E3B-456D-BD49-C622383CE582}" srcId="{27655949-9213-440D-99A7-FE37BDAA6839}" destId="{3D51606A-1DE4-41E6-8E00-17C74A5CAA1D}" srcOrd="0" destOrd="0" parTransId="{D1EBED2F-A9F7-41DF-8925-DD35F467C842}" sibTransId="{A5FD4D33-4B7F-4E0B-97FC-1DD221929466}"/>
    <dgm:cxn modelId="{2EFCAAF8-94F5-4C44-999B-3E8AEEE9AEB9}" type="presParOf" srcId="{FB918376-5429-4B90-8466-555700E72DB2}" destId="{D215A767-13B5-4B18-927E-770A16A51E7F}" srcOrd="0" destOrd="0" presId="urn:microsoft.com/office/officeart/2005/8/layout/matrix3"/>
    <dgm:cxn modelId="{52F288D6-D858-40C0-B103-18C396F50911}" type="presParOf" srcId="{FB918376-5429-4B90-8466-555700E72DB2}" destId="{035DC25E-BA23-487E-8659-1AE3DCFE23D6}" srcOrd="1" destOrd="0" presId="urn:microsoft.com/office/officeart/2005/8/layout/matrix3"/>
    <dgm:cxn modelId="{56D74E1D-C56A-4FD9-B006-F39BBE783CD1}" type="presParOf" srcId="{FB918376-5429-4B90-8466-555700E72DB2}" destId="{D26401B0-1DB2-41B0-B25B-C3891570DFCC}" srcOrd="2" destOrd="0" presId="urn:microsoft.com/office/officeart/2005/8/layout/matrix3"/>
    <dgm:cxn modelId="{ED4499ED-630B-4B29-8F11-BC023B69840A}" type="presParOf" srcId="{FB918376-5429-4B90-8466-555700E72DB2}" destId="{4F64B42B-BDAC-4D22-A237-F4B2D16BB97A}" srcOrd="3" destOrd="0" presId="urn:microsoft.com/office/officeart/2005/8/layout/matrix3"/>
    <dgm:cxn modelId="{05C95F2B-99ED-418E-99F5-B08E5994AAC9}" type="presParOf" srcId="{FB918376-5429-4B90-8466-555700E72DB2}" destId="{C26F6339-155B-4A7F-90AE-270357F9F7F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714EF0-6CE4-495D-A7C6-CC9565124EC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89D75557-1715-4F12-96B6-7F1C5F184BE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dirty="0"/>
            <a:t>1 </a:t>
          </a:r>
          <a:r>
            <a:rPr lang="en-GB" b="1" dirty="0"/>
            <a:t>Mini Project 1: Northwest Architecture Studio Ltd.                         Team (20%)</a:t>
          </a:r>
          <a:r>
            <a:rPr lang="en-GB" dirty="0"/>
            <a:t> </a:t>
          </a:r>
          <a:endParaRPr lang="en-US" dirty="0"/>
        </a:p>
      </dgm:t>
    </dgm:pt>
    <dgm:pt modelId="{202C216D-E06E-475E-913C-BCB6CF5027DD}" type="parTrans" cxnId="{26DC343D-221F-43D0-B903-3769D868DBB4}">
      <dgm:prSet/>
      <dgm:spPr/>
      <dgm:t>
        <a:bodyPr/>
        <a:lstStyle/>
        <a:p>
          <a:endParaRPr lang="en-US"/>
        </a:p>
      </dgm:t>
    </dgm:pt>
    <dgm:pt modelId="{ED1AF056-F122-401E-A94A-7D65D876D9B6}" type="sibTrans" cxnId="{26DC343D-221F-43D0-B903-3769D868DBB4}">
      <dgm:prSet/>
      <dgm:spPr/>
      <dgm:t>
        <a:bodyPr/>
        <a:lstStyle/>
        <a:p>
          <a:endParaRPr lang="en-US"/>
        </a:p>
      </dgm:t>
    </dgm:pt>
    <dgm:pt modelId="{133E8342-34A3-4748-BFD8-4BAFF847E0A3}">
      <dgm:prSet/>
      <dgm:spPr/>
      <dgm:t>
        <a:bodyPr/>
        <a:lstStyle/>
        <a:p>
          <a:pPr>
            <a:defRPr cap="all"/>
          </a:pPr>
          <a:r>
            <a:rPr lang="en-GB"/>
            <a:t>2 </a:t>
          </a:r>
          <a:r>
            <a:rPr lang="en-GB" b="1"/>
            <a:t>Mini Project 2: Pennine Pizza Works                                                   Team (20%)</a:t>
          </a:r>
          <a:r>
            <a:rPr lang="en-GB"/>
            <a:t> </a:t>
          </a:r>
          <a:endParaRPr lang="en-US"/>
        </a:p>
      </dgm:t>
    </dgm:pt>
    <dgm:pt modelId="{F221BFF7-822D-42AF-B009-867EF5B59F81}" type="parTrans" cxnId="{463BA23F-0C01-413E-89A9-B2DB1420D763}">
      <dgm:prSet/>
      <dgm:spPr/>
      <dgm:t>
        <a:bodyPr/>
        <a:lstStyle/>
        <a:p>
          <a:endParaRPr lang="en-US"/>
        </a:p>
      </dgm:t>
    </dgm:pt>
    <dgm:pt modelId="{5E807730-BEC8-47A4-8393-D7636423AC64}" type="sibTrans" cxnId="{463BA23F-0C01-413E-89A9-B2DB1420D763}">
      <dgm:prSet/>
      <dgm:spPr/>
      <dgm:t>
        <a:bodyPr/>
        <a:lstStyle/>
        <a:p>
          <a:endParaRPr lang="en-US"/>
        </a:p>
      </dgm:t>
    </dgm:pt>
    <dgm:pt modelId="{3A304708-D3C3-4D01-BB21-0850AE122AD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3 </a:t>
          </a:r>
          <a:r>
            <a:rPr lang="en-GB" b="1"/>
            <a:t>Mini Project 3: NorthWest Architecture Studio Network               Team (20%)</a:t>
          </a:r>
          <a:r>
            <a:rPr lang="en-GB"/>
            <a:t> </a:t>
          </a:r>
          <a:endParaRPr lang="en-US"/>
        </a:p>
      </dgm:t>
    </dgm:pt>
    <dgm:pt modelId="{8216097B-65C7-4DB2-9503-B93F3EDEFD1B}" type="parTrans" cxnId="{DBF1E321-78BC-4C90-9503-9F73B698C491}">
      <dgm:prSet/>
      <dgm:spPr/>
      <dgm:t>
        <a:bodyPr/>
        <a:lstStyle/>
        <a:p>
          <a:endParaRPr lang="en-US"/>
        </a:p>
      </dgm:t>
    </dgm:pt>
    <dgm:pt modelId="{A59B9A66-9DAF-4A6A-B062-A2A7C8256F91}" type="sibTrans" cxnId="{DBF1E321-78BC-4C90-9503-9F73B698C491}">
      <dgm:prSet/>
      <dgm:spPr/>
      <dgm:t>
        <a:bodyPr/>
        <a:lstStyle/>
        <a:p>
          <a:endParaRPr lang="en-US"/>
        </a:p>
      </dgm:t>
    </dgm:pt>
    <dgm:pt modelId="{7EFA65DD-9A68-45E9-85A6-DE93247E5D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4 </a:t>
          </a:r>
          <a:r>
            <a:rPr lang="en-GB" b="1"/>
            <a:t>Mini Project 4: Cyber-Security Awareness     </a:t>
          </a:r>
          <a:endParaRPr lang="en-US"/>
        </a:p>
      </dgm:t>
    </dgm:pt>
    <dgm:pt modelId="{BEEDE07A-2A51-4971-BC12-D3B0E30217B3}" type="parTrans" cxnId="{989708B1-66CE-4780-B792-5CE7EF73CAE9}">
      <dgm:prSet/>
      <dgm:spPr/>
      <dgm:t>
        <a:bodyPr/>
        <a:lstStyle/>
        <a:p>
          <a:endParaRPr lang="en-US"/>
        </a:p>
      </dgm:t>
    </dgm:pt>
    <dgm:pt modelId="{7D785198-D59D-4CBB-A992-A55B183A9F85}" type="sibTrans" cxnId="{989708B1-66CE-4780-B792-5CE7EF73CAE9}">
      <dgm:prSet/>
      <dgm:spPr/>
      <dgm:t>
        <a:bodyPr/>
        <a:lstStyle/>
        <a:p>
          <a:endParaRPr lang="en-US"/>
        </a:p>
      </dgm:t>
    </dgm:pt>
    <dgm:pt modelId="{D02D1D04-9C73-4361-8A62-9D0EC67C50D1}" type="pres">
      <dgm:prSet presAssocID="{AF714EF0-6CE4-495D-A7C6-CC9565124EC4}" presName="root" presStyleCnt="0">
        <dgm:presLayoutVars>
          <dgm:dir/>
          <dgm:resizeHandles val="exact"/>
        </dgm:presLayoutVars>
      </dgm:prSet>
      <dgm:spPr/>
    </dgm:pt>
    <dgm:pt modelId="{23AD6B87-9F61-4FB5-8A34-D9D9A595B10D}" type="pres">
      <dgm:prSet presAssocID="{89D75557-1715-4F12-96B6-7F1C5F184BEB}" presName="compNode" presStyleCnt="0"/>
      <dgm:spPr/>
    </dgm:pt>
    <dgm:pt modelId="{AAD5F83B-7091-4B8B-B97A-E5DC0DBD557A}" type="pres">
      <dgm:prSet presAssocID="{89D75557-1715-4F12-96B6-7F1C5F184BE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87EBBAE-543C-4D02-AC39-CC4251AD205B}" type="pres">
      <dgm:prSet presAssocID="{89D75557-1715-4F12-96B6-7F1C5F184BE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59AA0D98-CC2B-4B54-84EA-FAEFD041B3B9}" type="pres">
      <dgm:prSet presAssocID="{89D75557-1715-4F12-96B6-7F1C5F184BEB}" presName="spaceRect" presStyleCnt="0"/>
      <dgm:spPr/>
    </dgm:pt>
    <dgm:pt modelId="{CAD7BBA3-2CFD-420A-8263-2120BA9137B7}" type="pres">
      <dgm:prSet presAssocID="{89D75557-1715-4F12-96B6-7F1C5F184BEB}" presName="textRect" presStyleLbl="revTx" presStyleIdx="0" presStyleCnt="4">
        <dgm:presLayoutVars>
          <dgm:chMax val="1"/>
          <dgm:chPref val="1"/>
        </dgm:presLayoutVars>
      </dgm:prSet>
      <dgm:spPr/>
    </dgm:pt>
    <dgm:pt modelId="{A606D285-C68C-45AB-9DEF-68496376F39D}" type="pres">
      <dgm:prSet presAssocID="{ED1AF056-F122-401E-A94A-7D65D876D9B6}" presName="sibTrans" presStyleCnt="0"/>
      <dgm:spPr/>
    </dgm:pt>
    <dgm:pt modelId="{7D2BBC22-94DC-4BBF-9E89-6F5634E41AEF}" type="pres">
      <dgm:prSet presAssocID="{133E8342-34A3-4748-BFD8-4BAFF847E0A3}" presName="compNode" presStyleCnt="0"/>
      <dgm:spPr/>
    </dgm:pt>
    <dgm:pt modelId="{5663E658-55E2-4616-8B4C-B3CBD3F04CD2}" type="pres">
      <dgm:prSet presAssocID="{133E8342-34A3-4748-BFD8-4BAFF847E0A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3A2B921-8CC3-446B-969C-2FB3D168DF8F}" type="pres">
      <dgm:prSet presAssocID="{133E8342-34A3-4748-BFD8-4BAFF847E0A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ole Pizza"/>
        </a:ext>
      </dgm:extLst>
    </dgm:pt>
    <dgm:pt modelId="{10423115-30E7-4190-8A4A-4C15A9639121}" type="pres">
      <dgm:prSet presAssocID="{133E8342-34A3-4748-BFD8-4BAFF847E0A3}" presName="spaceRect" presStyleCnt="0"/>
      <dgm:spPr/>
    </dgm:pt>
    <dgm:pt modelId="{3889E506-758F-49B2-AD49-45409B0201EE}" type="pres">
      <dgm:prSet presAssocID="{133E8342-34A3-4748-BFD8-4BAFF847E0A3}" presName="textRect" presStyleLbl="revTx" presStyleIdx="1" presStyleCnt="4">
        <dgm:presLayoutVars>
          <dgm:chMax val="1"/>
          <dgm:chPref val="1"/>
        </dgm:presLayoutVars>
      </dgm:prSet>
      <dgm:spPr/>
    </dgm:pt>
    <dgm:pt modelId="{15068C85-4290-4FF1-ABC5-559106AE24B9}" type="pres">
      <dgm:prSet presAssocID="{5E807730-BEC8-47A4-8393-D7636423AC64}" presName="sibTrans" presStyleCnt="0"/>
      <dgm:spPr/>
    </dgm:pt>
    <dgm:pt modelId="{E4E6A531-7B6E-478F-8D0F-92E814FC77D2}" type="pres">
      <dgm:prSet presAssocID="{3A304708-D3C3-4D01-BB21-0850AE122ADF}" presName="compNode" presStyleCnt="0"/>
      <dgm:spPr/>
    </dgm:pt>
    <dgm:pt modelId="{01311D8B-0733-46AD-9C47-0F8A17BB5B1C}" type="pres">
      <dgm:prSet presAssocID="{3A304708-D3C3-4D01-BB21-0850AE122AD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A4E89AF-237A-497B-AD16-F763688F8086}" type="pres">
      <dgm:prSet presAssocID="{3A304708-D3C3-4D01-BB21-0850AE122AD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05BDAD6A-97D5-484F-98EB-A5CDEB98FF21}" type="pres">
      <dgm:prSet presAssocID="{3A304708-D3C3-4D01-BB21-0850AE122ADF}" presName="spaceRect" presStyleCnt="0"/>
      <dgm:spPr/>
    </dgm:pt>
    <dgm:pt modelId="{CE784A80-2487-4671-B380-89D5D26D4D4F}" type="pres">
      <dgm:prSet presAssocID="{3A304708-D3C3-4D01-BB21-0850AE122ADF}" presName="textRect" presStyleLbl="revTx" presStyleIdx="2" presStyleCnt="4">
        <dgm:presLayoutVars>
          <dgm:chMax val="1"/>
          <dgm:chPref val="1"/>
        </dgm:presLayoutVars>
      </dgm:prSet>
      <dgm:spPr/>
    </dgm:pt>
    <dgm:pt modelId="{42904ADC-97DF-4C69-9CB9-4ECFC4C6FD5B}" type="pres">
      <dgm:prSet presAssocID="{A59B9A66-9DAF-4A6A-B062-A2A7C8256F91}" presName="sibTrans" presStyleCnt="0"/>
      <dgm:spPr/>
    </dgm:pt>
    <dgm:pt modelId="{4EB3AC85-D9A6-46C7-8BE6-95766CBEE855}" type="pres">
      <dgm:prSet presAssocID="{7EFA65DD-9A68-45E9-85A6-DE93247E5D6F}" presName="compNode" presStyleCnt="0"/>
      <dgm:spPr/>
    </dgm:pt>
    <dgm:pt modelId="{6B99CCEB-354A-4406-9928-B1C3D42338B6}" type="pres">
      <dgm:prSet presAssocID="{7EFA65DD-9A68-45E9-85A6-DE93247E5D6F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362DAE7-82CC-4A45-882E-6B081E2246A1}" type="pres">
      <dgm:prSet presAssocID="{7EFA65DD-9A68-45E9-85A6-DE93247E5D6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C9D820D-D183-49DD-A2FA-DFB808CC25A0}" type="pres">
      <dgm:prSet presAssocID="{7EFA65DD-9A68-45E9-85A6-DE93247E5D6F}" presName="spaceRect" presStyleCnt="0"/>
      <dgm:spPr/>
    </dgm:pt>
    <dgm:pt modelId="{653AAAC9-DB9C-4D1E-83C0-3DB734995E1E}" type="pres">
      <dgm:prSet presAssocID="{7EFA65DD-9A68-45E9-85A6-DE93247E5D6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C0EA900-2421-4B63-8DD2-DDA291F71A87}" type="presOf" srcId="{89D75557-1715-4F12-96B6-7F1C5F184BEB}" destId="{CAD7BBA3-2CFD-420A-8263-2120BA9137B7}" srcOrd="0" destOrd="0" presId="urn:microsoft.com/office/officeart/2018/5/layout/IconLeafLabelList"/>
    <dgm:cxn modelId="{DBF1E321-78BC-4C90-9503-9F73B698C491}" srcId="{AF714EF0-6CE4-495D-A7C6-CC9565124EC4}" destId="{3A304708-D3C3-4D01-BB21-0850AE122ADF}" srcOrd="2" destOrd="0" parTransId="{8216097B-65C7-4DB2-9503-B93F3EDEFD1B}" sibTransId="{A59B9A66-9DAF-4A6A-B062-A2A7C8256F91}"/>
    <dgm:cxn modelId="{26DC343D-221F-43D0-B903-3769D868DBB4}" srcId="{AF714EF0-6CE4-495D-A7C6-CC9565124EC4}" destId="{89D75557-1715-4F12-96B6-7F1C5F184BEB}" srcOrd="0" destOrd="0" parTransId="{202C216D-E06E-475E-913C-BCB6CF5027DD}" sibTransId="{ED1AF056-F122-401E-A94A-7D65D876D9B6}"/>
    <dgm:cxn modelId="{463BA23F-0C01-413E-89A9-B2DB1420D763}" srcId="{AF714EF0-6CE4-495D-A7C6-CC9565124EC4}" destId="{133E8342-34A3-4748-BFD8-4BAFF847E0A3}" srcOrd="1" destOrd="0" parTransId="{F221BFF7-822D-42AF-B009-867EF5B59F81}" sibTransId="{5E807730-BEC8-47A4-8393-D7636423AC64}"/>
    <dgm:cxn modelId="{29B08579-1257-437D-A703-935F52E0BE78}" type="presOf" srcId="{133E8342-34A3-4748-BFD8-4BAFF847E0A3}" destId="{3889E506-758F-49B2-AD49-45409B0201EE}" srcOrd="0" destOrd="0" presId="urn:microsoft.com/office/officeart/2018/5/layout/IconLeafLabelList"/>
    <dgm:cxn modelId="{17F4BF94-073A-4B43-81C3-63747AA101B2}" type="presOf" srcId="{3A304708-D3C3-4D01-BB21-0850AE122ADF}" destId="{CE784A80-2487-4671-B380-89D5D26D4D4F}" srcOrd="0" destOrd="0" presId="urn:microsoft.com/office/officeart/2018/5/layout/IconLeafLabelList"/>
    <dgm:cxn modelId="{5C0C12A7-DEB6-4652-89B4-C72544FF9B95}" type="presOf" srcId="{7EFA65DD-9A68-45E9-85A6-DE93247E5D6F}" destId="{653AAAC9-DB9C-4D1E-83C0-3DB734995E1E}" srcOrd="0" destOrd="0" presId="urn:microsoft.com/office/officeart/2018/5/layout/IconLeafLabelList"/>
    <dgm:cxn modelId="{989708B1-66CE-4780-B792-5CE7EF73CAE9}" srcId="{AF714EF0-6CE4-495D-A7C6-CC9565124EC4}" destId="{7EFA65DD-9A68-45E9-85A6-DE93247E5D6F}" srcOrd="3" destOrd="0" parTransId="{BEEDE07A-2A51-4971-BC12-D3B0E30217B3}" sibTransId="{7D785198-D59D-4CBB-A992-A55B183A9F85}"/>
    <dgm:cxn modelId="{C40509E3-6F07-4F0E-83A6-19E74A340B71}" type="presOf" srcId="{AF714EF0-6CE4-495D-A7C6-CC9565124EC4}" destId="{D02D1D04-9C73-4361-8A62-9D0EC67C50D1}" srcOrd="0" destOrd="0" presId="urn:microsoft.com/office/officeart/2018/5/layout/IconLeafLabelList"/>
    <dgm:cxn modelId="{31CE4237-4DDB-459F-835F-5FAD5C86AFF8}" type="presParOf" srcId="{D02D1D04-9C73-4361-8A62-9D0EC67C50D1}" destId="{23AD6B87-9F61-4FB5-8A34-D9D9A595B10D}" srcOrd="0" destOrd="0" presId="urn:microsoft.com/office/officeart/2018/5/layout/IconLeafLabelList"/>
    <dgm:cxn modelId="{208B274F-973C-46D1-95A8-CF1F6E875788}" type="presParOf" srcId="{23AD6B87-9F61-4FB5-8A34-D9D9A595B10D}" destId="{AAD5F83B-7091-4B8B-B97A-E5DC0DBD557A}" srcOrd="0" destOrd="0" presId="urn:microsoft.com/office/officeart/2018/5/layout/IconLeafLabelList"/>
    <dgm:cxn modelId="{C34732CC-6964-46E7-B556-CE5F40F57E67}" type="presParOf" srcId="{23AD6B87-9F61-4FB5-8A34-D9D9A595B10D}" destId="{987EBBAE-543C-4D02-AC39-CC4251AD205B}" srcOrd="1" destOrd="0" presId="urn:microsoft.com/office/officeart/2018/5/layout/IconLeafLabelList"/>
    <dgm:cxn modelId="{50CBBAA6-611C-4C03-85E7-B0C77A7EEF2F}" type="presParOf" srcId="{23AD6B87-9F61-4FB5-8A34-D9D9A595B10D}" destId="{59AA0D98-CC2B-4B54-84EA-FAEFD041B3B9}" srcOrd="2" destOrd="0" presId="urn:microsoft.com/office/officeart/2018/5/layout/IconLeafLabelList"/>
    <dgm:cxn modelId="{468633E6-8B97-47A2-9D05-F8664B39D988}" type="presParOf" srcId="{23AD6B87-9F61-4FB5-8A34-D9D9A595B10D}" destId="{CAD7BBA3-2CFD-420A-8263-2120BA9137B7}" srcOrd="3" destOrd="0" presId="urn:microsoft.com/office/officeart/2018/5/layout/IconLeafLabelList"/>
    <dgm:cxn modelId="{7F0B49BA-1EE8-4F00-8543-40F04B0BCEF1}" type="presParOf" srcId="{D02D1D04-9C73-4361-8A62-9D0EC67C50D1}" destId="{A606D285-C68C-45AB-9DEF-68496376F39D}" srcOrd="1" destOrd="0" presId="urn:microsoft.com/office/officeart/2018/5/layout/IconLeafLabelList"/>
    <dgm:cxn modelId="{63153B7B-DDC4-4666-A265-15180B7BF035}" type="presParOf" srcId="{D02D1D04-9C73-4361-8A62-9D0EC67C50D1}" destId="{7D2BBC22-94DC-4BBF-9E89-6F5634E41AEF}" srcOrd="2" destOrd="0" presId="urn:microsoft.com/office/officeart/2018/5/layout/IconLeafLabelList"/>
    <dgm:cxn modelId="{408B1B45-3C4B-458E-9740-45B1F0A821B4}" type="presParOf" srcId="{7D2BBC22-94DC-4BBF-9E89-6F5634E41AEF}" destId="{5663E658-55E2-4616-8B4C-B3CBD3F04CD2}" srcOrd="0" destOrd="0" presId="urn:microsoft.com/office/officeart/2018/5/layout/IconLeafLabelList"/>
    <dgm:cxn modelId="{E0BDBB02-2D6B-42E7-90EA-17A8E45E2945}" type="presParOf" srcId="{7D2BBC22-94DC-4BBF-9E89-6F5634E41AEF}" destId="{A3A2B921-8CC3-446B-969C-2FB3D168DF8F}" srcOrd="1" destOrd="0" presId="urn:microsoft.com/office/officeart/2018/5/layout/IconLeafLabelList"/>
    <dgm:cxn modelId="{A6DFADE2-C340-4D81-ADAA-3C0A070A5008}" type="presParOf" srcId="{7D2BBC22-94DC-4BBF-9E89-6F5634E41AEF}" destId="{10423115-30E7-4190-8A4A-4C15A9639121}" srcOrd="2" destOrd="0" presId="urn:microsoft.com/office/officeart/2018/5/layout/IconLeafLabelList"/>
    <dgm:cxn modelId="{0704A096-4211-4209-8F53-868A7B95C8D7}" type="presParOf" srcId="{7D2BBC22-94DC-4BBF-9E89-6F5634E41AEF}" destId="{3889E506-758F-49B2-AD49-45409B0201EE}" srcOrd="3" destOrd="0" presId="urn:microsoft.com/office/officeart/2018/5/layout/IconLeafLabelList"/>
    <dgm:cxn modelId="{CF858864-5DE8-464D-A2FC-90208A336AA1}" type="presParOf" srcId="{D02D1D04-9C73-4361-8A62-9D0EC67C50D1}" destId="{15068C85-4290-4FF1-ABC5-559106AE24B9}" srcOrd="3" destOrd="0" presId="urn:microsoft.com/office/officeart/2018/5/layout/IconLeafLabelList"/>
    <dgm:cxn modelId="{CE569844-E468-4B11-BC4E-E4816177DF0C}" type="presParOf" srcId="{D02D1D04-9C73-4361-8A62-9D0EC67C50D1}" destId="{E4E6A531-7B6E-478F-8D0F-92E814FC77D2}" srcOrd="4" destOrd="0" presId="urn:microsoft.com/office/officeart/2018/5/layout/IconLeafLabelList"/>
    <dgm:cxn modelId="{93D37012-2A3C-4192-AB4F-0D456CCD9160}" type="presParOf" srcId="{E4E6A531-7B6E-478F-8D0F-92E814FC77D2}" destId="{01311D8B-0733-46AD-9C47-0F8A17BB5B1C}" srcOrd="0" destOrd="0" presId="urn:microsoft.com/office/officeart/2018/5/layout/IconLeafLabelList"/>
    <dgm:cxn modelId="{3C5CA557-5EF4-45FA-B0DB-9823002385F7}" type="presParOf" srcId="{E4E6A531-7B6E-478F-8D0F-92E814FC77D2}" destId="{BA4E89AF-237A-497B-AD16-F763688F8086}" srcOrd="1" destOrd="0" presId="urn:microsoft.com/office/officeart/2018/5/layout/IconLeafLabelList"/>
    <dgm:cxn modelId="{736F3907-A19C-48A0-B76B-8609C3DC5D07}" type="presParOf" srcId="{E4E6A531-7B6E-478F-8D0F-92E814FC77D2}" destId="{05BDAD6A-97D5-484F-98EB-A5CDEB98FF21}" srcOrd="2" destOrd="0" presId="urn:microsoft.com/office/officeart/2018/5/layout/IconLeafLabelList"/>
    <dgm:cxn modelId="{1AB67B02-02DC-4D8D-8308-583E2636F242}" type="presParOf" srcId="{E4E6A531-7B6E-478F-8D0F-92E814FC77D2}" destId="{CE784A80-2487-4671-B380-89D5D26D4D4F}" srcOrd="3" destOrd="0" presId="urn:microsoft.com/office/officeart/2018/5/layout/IconLeafLabelList"/>
    <dgm:cxn modelId="{2760C17F-AF3D-4EA9-ACBF-A595DA78B119}" type="presParOf" srcId="{D02D1D04-9C73-4361-8A62-9D0EC67C50D1}" destId="{42904ADC-97DF-4C69-9CB9-4ECFC4C6FD5B}" srcOrd="5" destOrd="0" presId="urn:microsoft.com/office/officeart/2018/5/layout/IconLeafLabelList"/>
    <dgm:cxn modelId="{78C20686-3D0B-4FEE-9940-3B8C392A3A1E}" type="presParOf" srcId="{D02D1D04-9C73-4361-8A62-9D0EC67C50D1}" destId="{4EB3AC85-D9A6-46C7-8BE6-95766CBEE855}" srcOrd="6" destOrd="0" presId="urn:microsoft.com/office/officeart/2018/5/layout/IconLeafLabelList"/>
    <dgm:cxn modelId="{EBCEE6F1-74F3-4B25-A2F6-8F3F77436478}" type="presParOf" srcId="{4EB3AC85-D9A6-46C7-8BE6-95766CBEE855}" destId="{6B99CCEB-354A-4406-9928-B1C3D42338B6}" srcOrd="0" destOrd="0" presId="urn:microsoft.com/office/officeart/2018/5/layout/IconLeafLabelList"/>
    <dgm:cxn modelId="{FEC84B8C-C52C-4EBF-A757-3C2637F83990}" type="presParOf" srcId="{4EB3AC85-D9A6-46C7-8BE6-95766CBEE855}" destId="{1362DAE7-82CC-4A45-882E-6B081E2246A1}" srcOrd="1" destOrd="0" presId="urn:microsoft.com/office/officeart/2018/5/layout/IconLeafLabelList"/>
    <dgm:cxn modelId="{4F56635B-99B0-44FA-8616-F4B0ABB4C6EE}" type="presParOf" srcId="{4EB3AC85-D9A6-46C7-8BE6-95766CBEE855}" destId="{5C9D820D-D183-49DD-A2FA-DFB808CC25A0}" srcOrd="2" destOrd="0" presId="urn:microsoft.com/office/officeart/2018/5/layout/IconLeafLabelList"/>
    <dgm:cxn modelId="{8509CA10-777C-44FE-86CF-CD395715C7E6}" type="presParOf" srcId="{4EB3AC85-D9A6-46C7-8BE6-95766CBEE855}" destId="{653AAAC9-DB9C-4D1E-83C0-3DB734995E1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33EA25-A5FA-41F9-9722-536907012DF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DABC66-5567-4DE1-8C72-F43BADD71432}">
      <dgm:prSet/>
      <dgm:spPr/>
      <dgm:t>
        <a:bodyPr/>
        <a:lstStyle/>
        <a:p>
          <a:r>
            <a:rPr lang="en-GB"/>
            <a:t>PROBLEM :</a:t>
          </a:r>
          <a:endParaRPr lang="en-US"/>
        </a:p>
      </dgm:t>
    </dgm:pt>
    <dgm:pt modelId="{6C953792-A60C-4BE7-BA3F-629B3017CB02}" type="parTrans" cxnId="{24113265-E1E0-41D9-9441-E3091844E6D1}">
      <dgm:prSet/>
      <dgm:spPr/>
      <dgm:t>
        <a:bodyPr/>
        <a:lstStyle/>
        <a:p>
          <a:endParaRPr lang="en-US"/>
        </a:p>
      </dgm:t>
    </dgm:pt>
    <dgm:pt modelId="{4313AC0F-B3E7-482C-BF85-661C3D4FD913}" type="sibTrans" cxnId="{24113265-E1E0-41D9-9441-E3091844E6D1}">
      <dgm:prSet/>
      <dgm:spPr/>
      <dgm:t>
        <a:bodyPr/>
        <a:lstStyle/>
        <a:p>
          <a:endParaRPr lang="en-US"/>
        </a:p>
      </dgm:t>
    </dgm:pt>
    <dgm:pt modelId="{BACAAD33-F22E-4EE3-81D8-FDCD9FB0AFBE}">
      <dgm:prSet/>
      <dgm:spPr/>
      <dgm:t>
        <a:bodyPr/>
        <a:lstStyle/>
        <a:p>
          <a:r>
            <a:rPr lang="en-GB"/>
            <a:t>Different staff needed different types of computers.</a:t>
          </a:r>
          <a:endParaRPr lang="en-US"/>
        </a:p>
      </dgm:t>
    </dgm:pt>
    <dgm:pt modelId="{CCC9A8B3-10FB-45AB-A410-D7591CBFE475}" type="parTrans" cxnId="{A25D2C7D-C361-412F-83F0-B21CD7A891EF}">
      <dgm:prSet/>
      <dgm:spPr/>
      <dgm:t>
        <a:bodyPr/>
        <a:lstStyle/>
        <a:p>
          <a:endParaRPr lang="en-US"/>
        </a:p>
      </dgm:t>
    </dgm:pt>
    <dgm:pt modelId="{35A67EF1-F489-4096-A6E9-EAD46DB17759}" type="sibTrans" cxnId="{A25D2C7D-C361-412F-83F0-B21CD7A891EF}">
      <dgm:prSet/>
      <dgm:spPr/>
      <dgm:t>
        <a:bodyPr/>
        <a:lstStyle/>
        <a:p>
          <a:endParaRPr lang="en-US"/>
        </a:p>
      </dgm:t>
    </dgm:pt>
    <dgm:pt modelId="{E9623B50-7837-4AAE-AE3A-A34AA0A5AC29}">
      <dgm:prSet/>
      <dgm:spPr/>
      <dgm:t>
        <a:bodyPr/>
        <a:lstStyle/>
        <a:p>
          <a:r>
            <a:rPr lang="en-GB"/>
            <a:t>Basic office workers did not need expensive computers, but CAD and 3D design staff needed more powerful systems.</a:t>
          </a:r>
          <a:endParaRPr lang="en-US"/>
        </a:p>
      </dgm:t>
    </dgm:pt>
    <dgm:pt modelId="{FA38A3B3-A529-470C-8217-C02AFD749BCF}" type="parTrans" cxnId="{3743F171-12F5-44D3-A69D-B8B4FCE17759}">
      <dgm:prSet/>
      <dgm:spPr/>
      <dgm:t>
        <a:bodyPr/>
        <a:lstStyle/>
        <a:p>
          <a:endParaRPr lang="en-US"/>
        </a:p>
      </dgm:t>
    </dgm:pt>
    <dgm:pt modelId="{7EA753B3-1D88-4660-A053-454AB562BB6B}" type="sibTrans" cxnId="{3743F171-12F5-44D3-A69D-B8B4FCE17759}">
      <dgm:prSet/>
      <dgm:spPr/>
      <dgm:t>
        <a:bodyPr/>
        <a:lstStyle/>
        <a:p>
          <a:endParaRPr lang="en-US"/>
        </a:p>
      </dgm:t>
    </dgm:pt>
    <dgm:pt modelId="{26B4B592-D5CC-431F-AE34-D212B39CF7EE}">
      <dgm:prSet/>
      <dgm:spPr/>
      <dgm:t>
        <a:bodyPr/>
        <a:lstStyle/>
        <a:p>
          <a:r>
            <a:rPr lang="en-GB" dirty="0"/>
            <a:t>The team had to choose suitable hardware without going over budget.</a:t>
          </a:r>
          <a:endParaRPr lang="en-US" dirty="0"/>
        </a:p>
      </dgm:t>
    </dgm:pt>
    <dgm:pt modelId="{1BFC99E0-1685-4D78-B73F-92E6BEB1DF1A}" type="parTrans" cxnId="{E991A23C-F004-41C3-884E-BED4A4DA4A50}">
      <dgm:prSet/>
      <dgm:spPr/>
      <dgm:t>
        <a:bodyPr/>
        <a:lstStyle/>
        <a:p>
          <a:endParaRPr lang="en-US"/>
        </a:p>
      </dgm:t>
    </dgm:pt>
    <dgm:pt modelId="{047F3F40-842E-44A6-8EA5-D98E67BEA42B}" type="sibTrans" cxnId="{E991A23C-F004-41C3-884E-BED4A4DA4A50}">
      <dgm:prSet/>
      <dgm:spPr/>
      <dgm:t>
        <a:bodyPr/>
        <a:lstStyle/>
        <a:p>
          <a:endParaRPr lang="en-US"/>
        </a:p>
      </dgm:t>
    </dgm:pt>
    <dgm:pt modelId="{D8A28C7B-1267-4CC4-9287-336AF486502F}">
      <dgm:prSet/>
      <dgm:spPr/>
      <dgm:t>
        <a:bodyPr/>
        <a:lstStyle/>
        <a:p>
          <a:r>
            <a:rPr lang="en-GB"/>
            <a:t>SLOUTION :</a:t>
          </a:r>
          <a:endParaRPr lang="en-US"/>
        </a:p>
      </dgm:t>
    </dgm:pt>
    <dgm:pt modelId="{8F5CE407-E76E-4FA5-AE17-344E7C0FC6C6}" type="parTrans" cxnId="{B4C92395-982F-4312-A755-95245C05B918}">
      <dgm:prSet/>
      <dgm:spPr/>
      <dgm:t>
        <a:bodyPr/>
        <a:lstStyle/>
        <a:p>
          <a:endParaRPr lang="en-US"/>
        </a:p>
      </dgm:t>
    </dgm:pt>
    <dgm:pt modelId="{0C5CA6CC-E947-43F1-8271-4F428F6980F8}" type="sibTrans" cxnId="{B4C92395-982F-4312-A755-95245C05B918}">
      <dgm:prSet/>
      <dgm:spPr/>
      <dgm:t>
        <a:bodyPr/>
        <a:lstStyle/>
        <a:p>
          <a:endParaRPr lang="en-US"/>
        </a:p>
      </dgm:t>
    </dgm:pt>
    <dgm:pt modelId="{11FC8161-4B24-4853-8D19-92614C2DE1E0}">
      <dgm:prSet/>
      <dgm:spPr/>
      <dgm:t>
        <a:bodyPr/>
        <a:lstStyle/>
        <a:p>
          <a:r>
            <a:rPr lang="en-GB"/>
            <a:t>We selected hardware based on each job's needs.</a:t>
          </a:r>
          <a:endParaRPr lang="en-US"/>
        </a:p>
      </dgm:t>
    </dgm:pt>
    <dgm:pt modelId="{F9BE6BDE-E9D2-44F2-88AD-DEC389445901}" type="parTrans" cxnId="{C7669E82-1AA5-4410-AE15-BCF7BA829456}">
      <dgm:prSet/>
      <dgm:spPr/>
      <dgm:t>
        <a:bodyPr/>
        <a:lstStyle/>
        <a:p>
          <a:endParaRPr lang="en-US"/>
        </a:p>
      </dgm:t>
    </dgm:pt>
    <dgm:pt modelId="{713CAF56-287F-41C2-B9D6-0FBA08C8E6FA}" type="sibTrans" cxnId="{C7669E82-1AA5-4410-AE15-BCF7BA829456}">
      <dgm:prSet/>
      <dgm:spPr/>
      <dgm:t>
        <a:bodyPr/>
        <a:lstStyle/>
        <a:p>
          <a:endParaRPr lang="en-US"/>
        </a:p>
      </dgm:t>
    </dgm:pt>
    <dgm:pt modelId="{C037DD88-BA7D-40A3-9DCB-A5D2156ECB4E}">
      <dgm:prSet/>
      <dgm:spPr/>
      <dgm:t>
        <a:bodyPr/>
        <a:lstStyle/>
        <a:p>
          <a:r>
            <a:rPr lang="en-GB"/>
            <a:t>We compared component prices and explained why each item was suitable.</a:t>
          </a:r>
          <a:endParaRPr lang="en-US"/>
        </a:p>
      </dgm:t>
    </dgm:pt>
    <dgm:pt modelId="{2C34DA08-8794-4118-BE80-373F6DCEF1B9}" type="parTrans" cxnId="{2A5ABD46-31FE-41BF-997B-7B40DB6397F4}">
      <dgm:prSet/>
      <dgm:spPr/>
      <dgm:t>
        <a:bodyPr/>
        <a:lstStyle/>
        <a:p>
          <a:endParaRPr lang="en-US"/>
        </a:p>
      </dgm:t>
    </dgm:pt>
    <dgm:pt modelId="{21948A08-FF48-4EAD-97E7-CB81569F1CF3}" type="sibTrans" cxnId="{2A5ABD46-31FE-41BF-997B-7B40DB6397F4}">
      <dgm:prSet/>
      <dgm:spPr/>
      <dgm:t>
        <a:bodyPr/>
        <a:lstStyle/>
        <a:p>
          <a:endParaRPr lang="en-US"/>
        </a:p>
      </dgm:t>
    </dgm:pt>
    <dgm:pt modelId="{F1864BA0-FF7B-472D-AC17-722CF12E1A57}">
      <dgm:prSet/>
      <dgm:spPr/>
      <dgm:t>
        <a:bodyPr/>
        <a:lstStyle/>
        <a:p>
          <a:r>
            <a:rPr lang="en-GB" dirty="0"/>
            <a:t>We used an SQL database to store workstation details and costs.</a:t>
          </a:r>
          <a:endParaRPr lang="en-US" dirty="0"/>
        </a:p>
      </dgm:t>
    </dgm:pt>
    <dgm:pt modelId="{1FA1A2B3-9839-494A-B716-3C5C0ACF2B70}" type="parTrans" cxnId="{2F444F13-16B3-4F88-A0A3-E7F1F77A0839}">
      <dgm:prSet/>
      <dgm:spPr/>
      <dgm:t>
        <a:bodyPr/>
        <a:lstStyle/>
        <a:p>
          <a:endParaRPr lang="en-US"/>
        </a:p>
      </dgm:t>
    </dgm:pt>
    <dgm:pt modelId="{2424DE04-CE2E-4566-A2B0-C85480737257}" type="sibTrans" cxnId="{2F444F13-16B3-4F88-A0A3-E7F1F77A0839}">
      <dgm:prSet/>
      <dgm:spPr/>
      <dgm:t>
        <a:bodyPr/>
        <a:lstStyle/>
        <a:p>
          <a:endParaRPr lang="en-US"/>
        </a:p>
      </dgm:t>
    </dgm:pt>
    <dgm:pt modelId="{A541DD54-8693-4115-B196-564947568B66}">
      <dgm:prSet/>
      <dgm:spPr/>
      <dgm:t>
        <a:bodyPr/>
        <a:lstStyle/>
        <a:p>
          <a:r>
            <a:rPr lang="en-GB"/>
            <a:t>We considered value for money and avoided unnecessary spending. </a:t>
          </a:r>
          <a:endParaRPr lang="en-US"/>
        </a:p>
      </dgm:t>
    </dgm:pt>
    <dgm:pt modelId="{9EB38A71-0592-4801-AD02-442BC91C4B1F}" type="parTrans" cxnId="{CA509003-C037-4209-9396-F34962D4B727}">
      <dgm:prSet/>
      <dgm:spPr/>
      <dgm:t>
        <a:bodyPr/>
        <a:lstStyle/>
        <a:p>
          <a:endParaRPr lang="en-US"/>
        </a:p>
      </dgm:t>
    </dgm:pt>
    <dgm:pt modelId="{13CFA07D-79EF-48A2-9618-0E793C650EED}" type="sibTrans" cxnId="{CA509003-C037-4209-9396-F34962D4B727}">
      <dgm:prSet/>
      <dgm:spPr/>
      <dgm:t>
        <a:bodyPr/>
        <a:lstStyle/>
        <a:p>
          <a:endParaRPr lang="en-US"/>
        </a:p>
      </dgm:t>
    </dgm:pt>
    <dgm:pt modelId="{720AB674-857F-4C0E-BB6B-EFA63440CC07}" type="pres">
      <dgm:prSet presAssocID="{D933EA25-A5FA-41F9-9722-536907012DFB}" presName="Name0" presStyleCnt="0">
        <dgm:presLayoutVars>
          <dgm:dir/>
          <dgm:resizeHandles val="exact"/>
        </dgm:presLayoutVars>
      </dgm:prSet>
      <dgm:spPr/>
    </dgm:pt>
    <dgm:pt modelId="{5B4F901A-F3CB-4F85-B124-8AEA5A977073}" type="pres">
      <dgm:prSet presAssocID="{6BDABC66-5567-4DE1-8C72-F43BADD71432}" presName="node" presStyleLbl="node1" presStyleIdx="0" presStyleCnt="9">
        <dgm:presLayoutVars>
          <dgm:bulletEnabled val="1"/>
        </dgm:presLayoutVars>
      </dgm:prSet>
      <dgm:spPr/>
    </dgm:pt>
    <dgm:pt modelId="{B1281CAE-D29B-4BF4-B6A9-E086959276A2}" type="pres">
      <dgm:prSet presAssocID="{4313AC0F-B3E7-482C-BF85-661C3D4FD913}" presName="sibTrans" presStyleLbl="sibTrans1D1" presStyleIdx="0" presStyleCnt="8"/>
      <dgm:spPr/>
    </dgm:pt>
    <dgm:pt modelId="{EC4DF344-0242-4479-BE10-C67219698F22}" type="pres">
      <dgm:prSet presAssocID="{4313AC0F-B3E7-482C-BF85-661C3D4FD913}" presName="connectorText" presStyleLbl="sibTrans1D1" presStyleIdx="0" presStyleCnt="8"/>
      <dgm:spPr/>
    </dgm:pt>
    <dgm:pt modelId="{317C8BB9-D859-4C2D-9DCF-57FE3D344623}" type="pres">
      <dgm:prSet presAssocID="{BACAAD33-F22E-4EE3-81D8-FDCD9FB0AFBE}" presName="node" presStyleLbl="node1" presStyleIdx="1" presStyleCnt="9">
        <dgm:presLayoutVars>
          <dgm:bulletEnabled val="1"/>
        </dgm:presLayoutVars>
      </dgm:prSet>
      <dgm:spPr/>
    </dgm:pt>
    <dgm:pt modelId="{4E3822A7-5B4B-4B1E-B914-806496A9869C}" type="pres">
      <dgm:prSet presAssocID="{35A67EF1-F489-4096-A6E9-EAD46DB17759}" presName="sibTrans" presStyleLbl="sibTrans1D1" presStyleIdx="1" presStyleCnt="8"/>
      <dgm:spPr/>
    </dgm:pt>
    <dgm:pt modelId="{9291E884-CC0C-4390-8190-2C47C0709303}" type="pres">
      <dgm:prSet presAssocID="{35A67EF1-F489-4096-A6E9-EAD46DB17759}" presName="connectorText" presStyleLbl="sibTrans1D1" presStyleIdx="1" presStyleCnt="8"/>
      <dgm:spPr/>
    </dgm:pt>
    <dgm:pt modelId="{FB0FC6E6-E500-4086-8E33-4D82325893E5}" type="pres">
      <dgm:prSet presAssocID="{E9623B50-7837-4AAE-AE3A-A34AA0A5AC29}" presName="node" presStyleLbl="node1" presStyleIdx="2" presStyleCnt="9">
        <dgm:presLayoutVars>
          <dgm:bulletEnabled val="1"/>
        </dgm:presLayoutVars>
      </dgm:prSet>
      <dgm:spPr/>
    </dgm:pt>
    <dgm:pt modelId="{FA8F329F-2215-407F-B790-69530AA27F58}" type="pres">
      <dgm:prSet presAssocID="{7EA753B3-1D88-4660-A053-454AB562BB6B}" presName="sibTrans" presStyleLbl="sibTrans1D1" presStyleIdx="2" presStyleCnt="8"/>
      <dgm:spPr/>
    </dgm:pt>
    <dgm:pt modelId="{2231D4DB-CE3D-4C97-BCB3-E6479A6C7D19}" type="pres">
      <dgm:prSet presAssocID="{7EA753B3-1D88-4660-A053-454AB562BB6B}" presName="connectorText" presStyleLbl="sibTrans1D1" presStyleIdx="2" presStyleCnt="8"/>
      <dgm:spPr/>
    </dgm:pt>
    <dgm:pt modelId="{34073393-246D-449D-894B-F8956EF2A43B}" type="pres">
      <dgm:prSet presAssocID="{26B4B592-D5CC-431F-AE34-D212B39CF7EE}" presName="node" presStyleLbl="node1" presStyleIdx="3" presStyleCnt="9">
        <dgm:presLayoutVars>
          <dgm:bulletEnabled val="1"/>
        </dgm:presLayoutVars>
      </dgm:prSet>
      <dgm:spPr/>
    </dgm:pt>
    <dgm:pt modelId="{21619CA4-53EB-4F9C-9B1E-73BB8D415883}" type="pres">
      <dgm:prSet presAssocID="{047F3F40-842E-44A6-8EA5-D98E67BEA42B}" presName="sibTrans" presStyleLbl="sibTrans1D1" presStyleIdx="3" presStyleCnt="8"/>
      <dgm:spPr/>
    </dgm:pt>
    <dgm:pt modelId="{13B2CC0C-50D7-4FC6-A36E-CC3FA0016F34}" type="pres">
      <dgm:prSet presAssocID="{047F3F40-842E-44A6-8EA5-D98E67BEA42B}" presName="connectorText" presStyleLbl="sibTrans1D1" presStyleIdx="3" presStyleCnt="8"/>
      <dgm:spPr/>
    </dgm:pt>
    <dgm:pt modelId="{E59E78E2-F622-461D-AE39-75189688DD99}" type="pres">
      <dgm:prSet presAssocID="{D8A28C7B-1267-4CC4-9287-336AF486502F}" presName="node" presStyleLbl="node1" presStyleIdx="4" presStyleCnt="9">
        <dgm:presLayoutVars>
          <dgm:bulletEnabled val="1"/>
        </dgm:presLayoutVars>
      </dgm:prSet>
      <dgm:spPr/>
    </dgm:pt>
    <dgm:pt modelId="{C6B1118E-3F38-423B-8084-016E73E5717B}" type="pres">
      <dgm:prSet presAssocID="{0C5CA6CC-E947-43F1-8271-4F428F6980F8}" presName="sibTrans" presStyleLbl="sibTrans1D1" presStyleIdx="4" presStyleCnt="8"/>
      <dgm:spPr/>
    </dgm:pt>
    <dgm:pt modelId="{A4922D95-B56E-4086-AB45-A9DB8A31462F}" type="pres">
      <dgm:prSet presAssocID="{0C5CA6CC-E947-43F1-8271-4F428F6980F8}" presName="connectorText" presStyleLbl="sibTrans1D1" presStyleIdx="4" presStyleCnt="8"/>
      <dgm:spPr/>
    </dgm:pt>
    <dgm:pt modelId="{F2141089-CB11-48DE-BA1A-E03A6FB186E2}" type="pres">
      <dgm:prSet presAssocID="{11FC8161-4B24-4853-8D19-92614C2DE1E0}" presName="node" presStyleLbl="node1" presStyleIdx="5" presStyleCnt="9">
        <dgm:presLayoutVars>
          <dgm:bulletEnabled val="1"/>
        </dgm:presLayoutVars>
      </dgm:prSet>
      <dgm:spPr/>
    </dgm:pt>
    <dgm:pt modelId="{2767FF90-EA81-43A0-8AF3-172AB4D822F0}" type="pres">
      <dgm:prSet presAssocID="{713CAF56-287F-41C2-B9D6-0FBA08C8E6FA}" presName="sibTrans" presStyleLbl="sibTrans1D1" presStyleIdx="5" presStyleCnt="8"/>
      <dgm:spPr/>
    </dgm:pt>
    <dgm:pt modelId="{F6461B45-56A1-4B2A-8B43-936EB4AD891A}" type="pres">
      <dgm:prSet presAssocID="{713CAF56-287F-41C2-B9D6-0FBA08C8E6FA}" presName="connectorText" presStyleLbl="sibTrans1D1" presStyleIdx="5" presStyleCnt="8"/>
      <dgm:spPr/>
    </dgm:pt>
    <dgm:pt modelId="{8DEEEC2D-87FF-49DF-AEE7-2A5F6DCCF45C}" type="pres">
      <dgm:prSet presAssocID="{C037DD88-BA7D-40A3-9DCB-A5D2156ECB4E}" presName="node" presStyleLbl="node1" presStyleIdx="6" presStyleCnt="9">
        <dgm:presLayoutVars>
          <dgm:bulletEnabled val="1"/>
        </dgm:presLayoutVars>
      </dgm:prSet>
      <dgm:spPr/>
    </dgm:pt>
    <dgm:pt modelId="{A25D316B-0149-438B-A74D-769E97B793AE}" type="pres">
      <dgm:prSet presAssocID="{21948A08-FF48-4EAD-97E7-CB81569F1CF3}" presName="sibTrans" presStyleLbl="sibTrans1D1" presStyleIdx="6" presStyleCnt="8"/>
      <dgm:spPr/>
    </dgm:pt>
    <dgm:pt modelId="{1D8E426C-0A76-421E-991E-0D4C81D82A64}" type="pres">
      <dgm:prSet presAssocID="{21948A08-FF48-4EAD-97E7-CB81569F1CF3}" presName="connectorText" presStyleLbl="sibTrans1D1" presStyleIdx="6" presStyleCnt="8"/>
      <dgm:spPr/>
    </dgm:pt>
    <dgm:pt modelId="{F9122251-72D5-4F79-A875-2145D9C46910}" type="pres">
      <dgm:prSet presAssocID="{F1864BA0-FF7B-472D-AC17-722CF12E1A57}" presName="node" presStyleLbl="node1" presStyleIdx="7" presStyleCnt="9">
        <dgm:presLayoutVars>
          <dgm:bulletEnabled val="1"/>
        </dgm:presLayoutVars>
      </dgm:prSet>
      <dgm:spPr/>
    </dgm:pt>
    <dgm:pt modelId="{D695D947-829E-4280-A680-5B61F0B66846}" type="pres">
      <dgm:prSet presAssocID="{2424DE04-CE2E-4566-A2B0-C85480737257}" presName="sibTrans" presStyleLbl="sibTrans1D1" presStyleIdx="7" presStyleCnt="8"/>
      <dgm:spPr/>
    </dgm:pt>
    <dgm:pt modelId="{15083000-7753-4D42-9AC2-2C687BA1B90E}" type="pres">
      <dgm:prSet presAssocID="{2424DE04-CE2E-4566-A2B0-C85480737257}" presName="connectorText" presStyleLbl="sibTrans1D1" presStyleIdx="7" presStyleCnt="8"/>
      <dgm:spPr/>
    </dgm:pt>
    <dgm:pt modelId="{E254AD00-780C-428E-A3A7-4D1C402784AB}" type="pres">
      <dgm:prSet presAssocID="{A541DD54-8693-4115-B196-564947568B66}" presName="node" presStyleLbl="node1" presStyleIdx="8" presStyleCnt="9">
        <dgm:presLayoutVars>
          <dgm:bulletEnabled val="1"/>
        </dgm:presLayoutVars>
      </dgm:prSet>
      <dgm:spPr/>
    </dgm:pt>
  </dgm:ptLst>
  <dgm:cxnLst>
    <dgm:cxn modelId="{CA509003-C037-4209-9396-F34962D4B727}" srcId="{D933EA25-A5FA-41F9-9722-536907012DFB}" destId="{A541DD54-8693-4115-B196-564947568B66}" srcOrd="8" destOrd="0" parTransId="{9EB38A71-0592-4801-AD02-442BC91C4B1F}" sibTransId="{13CFA07D-79EF-48A2-9618-0E793C650EED}"/>
    <dgm:cxn modelId="{6620BA04-2B0B-45F5-8542-3272CA5D3C06}" type="presOf" srcId="{713CAF56-287F-41C2-B9D6-0FBA08C8E6FA}" destId="{2767FF90-EA81-43A0-8AF3-172AB4D822F0}" srcOrd="0" destOrd="0" presId="urn:microsoft.com/office/officeart/2016/7/layout/RepeatingBendingProcessNew"/>
    <dgm:cxn modelId="{BB02340F-2B84-4062-BE3B-F3DE206321D0}" type="presOf" srcId="{7EA753B3-1D88-4660-A053-454AB562BB6B}" destId="{FA8F329F-2215-407F-B790-69530AA27F58}" srcOrd="0" destOrd="0" presId="urn:microsoft.com/office/officeart/2016/7/layout/RepeatingBendingProcessNew"/>
    <dgm:cxn modelId="{2F444F13-16B3-4F88-A0A3-E7F1F77A0839}" srcId="{D933EA25-A5FA-41F9-9722-536907012DFB}" destId="{F1864BA0-FF7B-472D-AC17-722CF12E1A57}" srcOrd="7" destOrd="0" parTransId="{1FA1A2B3-9839-494A-B716-3C5C0ACF2B70}" sibTransId="{2424DE04-CE2E-4566-A2B0-C85480737257}"/>
    <dgm:cxn modelId="{9901B122-FFBA-42EE-9AC8-C58DFD3798FC}" type="presOf" srcId="{BACAAD33-F22E-4EE3-81D8-FDCD9FB0AFBE}" destId="{317C8BB9-D859-4C2D-9DCF-57FE3D344623}" srcOrd="0" destOrd="0" presId="urn:microsoft.com/office/officeart/2016/7/layout/RepeatingBendingProcessNew"/>
    <dgm:cxn modelId="{7E0C472A-6756-4A6C-A42D-3D22C1364C87}" type="presOf" srcId="{D933EA25-A5FA-41F9-9722-536907012DFB}" destId="{720AB674-857F-4C0E-BB6B-EFA63440CC07}" srcOrd="0" destOrd="0" presId="urn:microsoft.com/office/officeart/2016/7/layout/RepeatingBendingProcessNew"/>
    <dgm:cxn modelId="{CED4D639-43CD-4ED2-AE17-68FA6B5F5722}" type="presOf" srcId="{2424DE04-CE2E-4566-A2B0-C85480737257}" destId="{D695D947-829E-4280-A680-5B61F0B66846}" srcOrd="0" destOrd="0" presId="urn:microsoft.com/office/officeart/2016/7/layout/RepeatingBendingProcessNew"/>
    <dgm:cxn modelId="{E991A23C-F004-41C3-884E-BED4A4DA4A50}" srcId="{D933EA25-A5FA-41F9-9722-536907012DFB}" destId="{26B4B592-D5CC-431F-AE34-D212B39CF7EE}" srcOrd="3" destOrd="0" parTransId="{1BFC99E0-1685-4D78-B73F-92E6BEB1DF1A}" sibTransId="{047F3F40-842E-44A6-8EA5-D98E67BEA42B}"/>
    <dgm:cxn modelId="{2DF46360-D66F-4B27-AD34-BAE378FD3104}" type="presOf" srcId="{6BDABC66-5567-4DE1-8C72-F43BADD71432}" destId="{5B4F901A-F3CB-4F85-B124-8AEA5A977073}" srcOrd="0" destOrd="0" presId="urn:microsoft.com/office/officeart/2016/7/layout/RepeatingBendingProcessNew"/>
    <dgm:cxn modelId="{24113265-E1E0-41D9-9441-E3091844E6D1}" srcId="{D933EA25-A5FA-41F9-9722-536907012DFB}" destId="{6BDABC66-5567-4DE1-8C72-F43BADD71432}" srcOrd="0" destOrd="0" parTransId="{6C953792-A60C-4BE7-BA3F-629B3017CB02}" sibTransId="{4313AC0F-B3E7-482C-BF85-661C3D4FD913}"/>
    <dgm:cxn modelId="{2A5ABD46-31FE-41BF-997B-7B40DB6397F4}" srcId="{D933EA25-A5FA-41F9-9722-536907012DFB}" destId="{C037DD88-BA7D-40A3-9DCB-A5D2156ECB4E}" srcOrd="6" destOrd="0" parTransId="{2C34DA08-8794-4118-BE80-373F6DCEF1B9}" sibTransId="{21948A08-FF48-4EAD-97E7-CB81569F1CF3}"/>
    <dgm:cxn modelId="{C6E9036D-905B-4C64-B72C-E676B51E1D05}" type="presOf" srcId="{C037DD88-BA7D-40A3-9DCB-A5D2156ECB4E}" destId="{8DEEEC2D-87FF-49DF-AEE7-2A5F6DCCF45C}" srcOrd="0" destOrd="0" presId="urn:microsoft.com/office/officeart/2016/7/layout/RepeatingBendingProcessNew"/>
    <dgm:cxn modelId="{D1C8B74F-43EC-4BD4-96C0-58DE894BB656}" type="presOf" srcId="{047F3F40-842E-44A6-8EA5-D98E67BEA42B}" destId="{21619CA4-53EB-4F9C-9B1E-73BB8D415883}" srcOrd="0" destOrd="0" presId="urn:microsoft.com/office/officeart/2016/7/layout/RepeatingBendingProcessNew"/>
    <dgm:cxn modelId="{3743F171-12F5-44D3-A69D-B8B4FCE17759}" srcId="{D933EA25-A5FA-41F9-9722-536907012DFB}" destId="{E9623B50-7837-4AAE-AE3A-A34AA0A5AC29}" srcOrd="2" destOrd="0" parTransId="{FA38A3B3-A529-470C-8217-C02AFD749BCF}" sibTransId="{7EA753B3-1D88-4660-A053-454AB562BB6B}"/>
    <dgm:cxn modelId="{0AE9F572-BF7B-46DC-8A5C-E67BB2024E67}" type="presOf" srcId="{D8A28C7B-1267-4CC4-9287-336AF486502F}" destId="{E59E78E2-F622-461D-AE39-75189688DD99}" srcOrd="0" destOrd="0" presId="urn:microsoft.com/office/officeart/2016/7/layout/RepeatingBendingProcessNew"/>
    <dgm:cxn modelId="{96F7F856-4FD6-43AA-8BDE-0685E6C1E778}" type="presOf" srcId="{A541DD54-8693-4115-B196-564947568B66}" destId="{E254AD00-780C-428E-A3A7-4D1C402784AB}" srcOrd="0" destOrd="0" presId="urn:microsoft.com/office/officeart/2016/7/layout/RepeatingBendingProcessNew"/>
    <dgm:cxn modelId="{22BD7879-F7AA-4EF9-AA96-EDF6955E367B}" type="presOf" srcId="{21948A08-FF48-4EAD-97E7-CB81569F1CF3}" destId="{A25D316B-0149-438B-A74D-769E97B793AE}" srcOrd="0" destOrd="0" presId="urn:microsoft.com/office/officeart/2016/7/layout/RepeatingBendingProcessNew"/>
    <dgm:cxn modelId="{AEE4597A-9B91-44D0-BD0B-2C89CC337414}" type="presOf" srcId="{35A67EF1-F489-4096-A6E9-EAD46DB17759}" destId="{4E3822A7-5B4B-4B1E-B914-806496A9869C}" srcOrd="0" destOrd="0" presId="urn:microsoft.com/office/officeart/2016/7/layout/RepeatingBendingProcessNew"/>
    <dgm:cxn modelId="{A25D2C7D-C361-412F-83F0-B21CD7A891EF}" srcId="{D933EA25-A5FA-41F9-9722-536907012DFB}" destId="{BACAAD33-F22E-4EE3-81D8-FDCD9FB0AFBE}" srcOrd="1" destOrd="0" parTransId="{CCC9A8B3-10FB-45AB-A410-D7591CBFE475}" sibTransId="{35A67EF1-F489-4096-A6E9-EAD46DB17759}"/>
    <dgm:cxn modelId="{C7669E82-1AA5-4410-AE15-BCF7BA829456}" srcId="{D933EA25-A5FA-41F9-9722-536907012DFB}" destId="{11FC8161-4B24-4853-8D19-92614C2DE1E0}" srcOrd="5" destOrd="0" parTransId="{F9BE6BDE-E9D2-44F2-88AD-DEC389445901}" sibTransId="{713CAF56-287F-41C2-B9D6-0FBA08C8E6FA}"/>
    <dgm:cxn modelId="{DA411783-F03F-40D1-B45B-61AECB2C007E}" type="presOf" srcId="{7EA753B3-1D88-4660-A053-454AB562BB6B}" destId="{2231D4DB-CE3D-4C97-BCB3-E6479A6C7D19}" srcOrd="1" destOrd="0" presId="urn:microsoft.com/office/officeart/2016/7/layout/RepeatingBendingProcessNew"/>
    <dgm:cxn modelId="{4E829893-76B3-4204-9337-011CBB8DF137}" type="presOf" srcId="{E9623B50-7837-4AAE-AE3A-A34AA0A5AC29}" destId="{FB0FC6E6-E500-4086-8E33-4D82325893E5}" srcOrd="0" destOrd="0" presId="urn:microsoft.com/office/officeart/2016/7/layout/RepeatingBendingProcessNew"/>
    <dgm:cxn modelId="{2F455A94-44DE-41DF-844B-B7752758B079}" type="presOf" srcId="{26B4B592-D5CC-431F-AE34-D212B39CF7EE}" destId="{34073393-246D-449D-894B-F8956EF2A43B}" srcOrd="0" destOrd="0" presId="urn:microsoft.com/office/officeart/2016/7/layout/RepeatingBendingProcessNew"/>
    <dgm:cxn modelId="{B4C92395-982F-4312-A755-95245C05B918}" srcId="{D933EA25-A5FA-41F9-9722-536907012DFB}" destId="{D8A28C7B-1267-4CC4-9287-336AF486502F}" srcOrd="4" destOrd="0" parTransId="{8F5CE407-E76E-4FA5-AE17-344E7C0FC6C6}" sibTransId="{0C5CA6CC-E947-43F1-8271-4F428F6980F8}"/>
    <dgm:cxn modelId="{BA33CF9A-4446-462B-93D8-C8C9DB68468E}" type="presOf" srcId="{0C5CA6CC-E947-43F1-8271-4F428F6980F8}" destId="{A4922D95-B56E-4086-AB45-A9DB8A31462F}" srcOrd="1" destOrd="0" presId="urn:microsoft.com/office/officeart/2016/7/layout/RepeatingBendingProcessNew"/>
    <dgm:cxn modelId="{D47A6CAA-59CE-492D-8F26-6EBDD16C7FA4}" type="presOf" srcId="{35A67EF1-F489-4096-A6E9-EAD46DB17759}" destId="{9291E884-CC0C-4390-8190-2C47C0709303}" srcOrd="1" destOrd="0" presId="urn:microsoft.com/office/officeart/2016/7/layout/RepeatingBendingProcessNew"/>
    <dgm:cxn modelId="{EC6756BC-EB3A-41E7-9401-2D94A89E2092}" type="presOf" srcId="{11FC8161-4B24-4853-8D19-92614C2DE1E0}" destId="{F2141089-CB11-48DE-BA1A-E03A6FB186E2}" srcOrd="0" destOrd="0" presId="urn:microsoft.com/office/officeart/2016/7/layout/RepeatingBendingProcessNew"/>
    <dgm:cxn modelId="{5C6842C7-8B8B-48B1-A5FF-DA1BB23E4D7C}" type="presOf" srcId="{4313AC0F-B3E7-482C-BF85-661C3D4FD913}" destId="{B1281CAE-D29B-4BF4-B6A9-E086959276A2}" srcOrd="0" destOrd="0" presId="urn:microsoft.com/office/officeart/2016/7/layout/RepeatingBendingProcessNew"/>
    <dgm:cxn modelId="{14AEA2CC-4875-4A0B-99DD-19C18C8CA2A5}" type="presOf" srcId="{4313AC0F-B3E7-482C-BF85-661C3D4FD913}" destId="{EC4DF344-0242-4479-BE10-C67219698F22}" srcOrd="1" destOrd="0" presId="urn:microsoft.com/office/officeart/2016/7/layout/RepeatingBendingProcessNew"/>
    <dgm:cxn modelId="{061905D7-DFC8-443F-9300-C956D25D885D}" type="presOf" srcId="{21948A08-FF48-4EAD-97E7-CB81569F1CF3}" destId="{1D8E426C-0A76-421E-991E-0D4C81D82A64}" srcOrd="1" destOrd="0" presId="urn:microsoft.com/office/officeart/2016/7/layout/RepeatingBendingProcessNew"/>
    <dgm:cxn modelId="{9C256DE0-BA35-4F15-959A-28BA70D6BF91}" type="presOf" srcId="{F1864BA0-FF7B-472D-AC17-722CF12E1A57}" destId="{F9122251-72D5-4F79-A875-2145D9C46910}" srcOrd="0" destOrd="0" presId="urn:microsoft.com/office/officeart/2016/7/layout/RepeatingBendingProcessNew"/>
    <dgm:cxn modelId="{860D8AE4-021E-43D6-8C07-59C6D700A344}" type="presOf" srcId="{047F3F40-842E-44A6-8EA5-D98E67BEA42B}" destId="{13B2CC0C-50D7-4FC6-A36E-CC3FA0016F34}" srcOrd="1" destOrd="0" presId="urn:microsoft.com/office/officeart/2016/7/layout/RepeatingBendingProcessNew"/>
    <dgm:cxn modelId="{2F108AF4-10B3-4BF5-8699-608F3B6DDB6E}" type="presOf" srcId="{0C5CA6CC-E947-43F1-8271-4F428F6980F8}" destId="{C6B1118E-3F38-423B-8084-016E73E5717B}" srcOrd="0" destOrd="0" presId="urn:microsoft.com/office/officeart/2016/7/layout/RepeatingBendingProcessNew"/>
    <dgm:cxn modelId="{973D08FD-D01A-4F74-BCA3-AFB9B0688A42}" type="presOf" srcId="{713CAF56-287F-41C2-B9D6-0FBA08C8E6FA}" destId="{F6461B45-56A1-4B2A-8B43-936EB4AD891A}" srcOrd="1" destOrd="0" presId="urn:microsoft.com/office/officeart/2016/7/layout/RepeatingBendingProcessNew"/>
    <dgm:cxn modelId="{83236DFE-AD08-4424-963D-78E645B7A88D}" type="presOf" srcId="{2424DE04-CE2E-4566-A2B0-C85480737257}" destId="{15083000-7753-4D42-9AC2-2C687BA1B90E}" srcOrd="1" destOrd="0" presId="urn:microsoft.com/office/officeart/2016/7/layout/RepeatingBendingProcessNew"/>
    <dgm:cxn modelId="{0A544F2F-DB8F-4AC3-BDD1-FE52F6D7A6DC}" type="presParOf" srcId="{720AB674-857F-4C0E-BB6B-EFA63440CC07}" destId="{5B4F901A-F3CB-4F85-B124-8AEA5A977073}" srcOrd="0" destOrd="0" presId="urn:microsoft.com/office/officeart/2016/7/layout/RepeatingBendingProcessNew"/>
    <dgm:cxn modelId="{B09C079A-D0E0-4F45-88AF-01293B2ADDE7}" type="presParOf" srcId="{720AB674-857F-4C0E-BB6B-EFA63440CC07}" destId="{B1281CAE-D29B-4BF4-B6A9-E086959276A2}" srcOrd="1" destOrd="0" presId="urn:microsoft.com/office/officeart/2016/7/layout/RepeatingBendingProcessNew"/>
    <dgm:cxn modelId="{63AB1FE9-AC5F-41C4-8397-7ADE5DF63023}" type="presParOf" srcId="{B1281CAE-D29B-4BF4-B6A9-E086959276A2}" destId="{EC4DF344-0242-4479-BE10-C67219698F22}" srcOrd="0" destOrd="0" presId="urn:microsoft.com/office/officeart/2016/7/layout/RepeatingBendingProcessNew"/>
    <dgm:cxn modelId="{683FD7D3-4B4C-4CA0-9A72-54EF6A245DE5}" type="presParOf" srcId="{720AB674-857F-4C0E-BB6B-EFA63440CC07}" destId="{317C8BB9-D859-4C2D-9DCF-57FE3D344623}" srcOrd="2" destOrd="0" presId="urn:microsoft.com/office/officeart/2016/7/layout/RepeatingBendingProcessNew"/>
    <dgm:cxn modelId="{294DBB3D-1AAA-4E59-A31D-32B6721C7EB0}" type="presParOf" srcId="{720AB674-857F-4C0E-BB6B-EFA63440CC07}" destId="{4E3822A7-5B4B-4B1E-B914-806496A9869C}" srcOrd="3" destOrd="0" presId="urn:microsoft.com/office/officeart/2016/7/layout/RepeatingBendingProcessNew"/>
    <dgm:cxn modelId="{41840BC1-D70D-4168-9872-AE1604ABDDD2}" type="presParOf" srcId="{4E3822A7-5B4B-4B1E-B914-806496A9869C}" destId="{9291E884-CC0C-4390-8190-2C47C0709303}" srcOrd="0" destOrd="0" presId="urn:microsoft.com/office/officeart/2016/7/layout/RepeatingBendingProcessNew"/>
    <dgm:cxn modelId="{3FADE163-D156-489C-A797-0E3017DECDEB}" type="presParOf" srcId="{720AB674-857F-4C0E-BB6B-EFA63440CC07}" destId="{FB0FC6E6-E500-4086-8E33-4D82325893E5}" srcOrd="4" destOrd="0" presId="urn:microsoft.com/office/officeart/2016/7/layout/RepeatingBendingProcessNew"/>
    <dgm:cxn modelId="{DE1B91A3-3E70-400F-8331-C1A71AB4D8B7}" type="presParOf" srcId="{720AB674-857F-4C0E-BB6B-EFA63440CC07}" destId="{FA8F329F-2215-407F-B790-69530AA27F58}" srcOrd="5" destOrd="0" presId="urn:microsoft.com/office/officeart/2016/7/layout/RepeatingBendingProcessNew"/>
    <dgm:cxn modelId="{D8CBBD07-50A8-4FE8-AFFC-ABD90D33E4A0}" type="presParOf" srcId="{FA8F329F-2215-407F-B790-69530AA27F58}" destId="{2231D4DB-CE3D-4C97-BCB3-E6479A6C7D19}" srcOrd="0" destOrd="0" presId="urn:microsoft.com/office/officeart/2016/7/layout/RepeatingBendingProcessNew"/>
    <dgm:cxn modelId="{3BB49F90-370E-4D44-8AB7-3C44C8A803EC}" type="presParOf" srcId="{720AB674-857F-4C0E-BB6B-EFA63440CC07}" destId="{34073393-246D-449D-894B-F8956EF2A43B}" srcOrd="6" destOrd="0" presId="urn:microsoft.com/office/officeart/2016/7/layout/RepeatingBendingProcessNew"/>
    <dgm:cxn modelId="{EB72143A-F9A0-4EF4-9313-D16497150F51}" type="presParOf" srcId="{720AB674-857F-4C0E-BB6B-EFA63440CC07}" destId="{21619CA4-53EB-4F9C-9B1E-73BB8D415883}" srcOrd="7" destOrd="0" presId="urn:microsoft.com/office/officeart/2016/7/layout/RepeatingBendingProcessNew"/>
    <dgm:cxn modelId="{84E511A4-30DB-4276-A378-9AA79ED9E4A3}" type="presParOf" srcId="{21619CA4-53EB-4F9C-9B1E-73BB8D415883}" destId="{13B2CC0C-50D7-4FC6-A36E-CC3FA0016F34}" srcOrd="0" destOrd="0" presId="urn:microsoft.com/office/officeart/2016/7/layout/RepeatingBendingProcessNew"/>
    <dgm:cxn modelId="{C828450B-0012-4095-A9D4-937D90208B39}" type="presParOf" srcId="{720AB674-857F-4C0E-BB6B-EFA63440CC07}" destId="{E59E78E2-F622-461D-AE39-75189688DD99}" srcOrd="8" destOrd="0" presId="urn:microsoft.com/office/officeart/2016/7/layout/RepeatingBendingProcessNew"/>
    <dgm:cxn modelId="{9004F64D-1E32-41AC-89DD-EC606796E86F}" type="presParOf" srcId="{720AB674-857F-4C0E-BB6B-EFA63440CC07}" destId="{C6B1118E-3F38-423B-8084-016E73E5717B}" srcOrd="9" destOrd="0" presId="urn:microsoft.com/office/officeart/2016/7/layout/RepeatingBendingProcessNew"/>
    <dgm:cxn modelId="{A71614A3-AD44-4F2B-A4B2-007E8E7F5C16}" type="presParOf" srcId="{C6B1118E-3F38-423B-8084-016E73E5717B}" destId="{A4922D95-B56E-4086-AB45-A9DB8A31462F}" srcOrd="0" destOrd="0" presId="urn:microsoft.com/office/officeart/2016/7/layout/RepeatingBendingProcessNew"/>
    <dgm:cxn modelId="{857AD197-F7D2-4344-861C-B0078A539A85}" type="presParOf" srcId="{720AB674-857F-4C0E-BB6B-EFA63440CC07}" destId="{F2141089-CB11-48DE-BA1A-E03A6FB186E2}" srcOrd="10" destOrd="0" presId="urn:microsoft.com/office/officeart/2016/7/layout/RepeatingBendingProcessNew"/>
    <dgm:cxn modelId="{4B9DCE7F-BBBC-4165-AE01-EEBABA309BA8}" type="presParOf" srcId="{720AB674-857F-4C0E-BB6B-EFA63440CC07}" destId="{2767FF90-EA81-43A0-8AF3-172AB4D822F0}" srcOrd="11" destOrd="0" presId="urn:microsoft.com/office/officeart/2016/7/layout/RepeatingBendingProcessNew"/>
    <dgm:cxn modelId="{2548FC0F-92EC-4769-929E-FCC967FF9923}" type="presParOf" srcId="{2767FF90-EA81-43A0-8AF3-172AB4D822F0}" destId="{F6461B45-56A1-4B2A-8B43-936EB4AD891A}" srcOrd="0" destOrd="0" presId="urn:microsoft.com/office/officeart/2016/7/layout/RepeatingBendingProcessNew"/>
    <dgm:cxn modelId="{8E4F84CD-1EAF-4BFB-B17F-BE4627E526E2}" type="presParOf" srcId="{720AB674-857F-4C0E-BB6B-EFA63440CC07}" destId="{8DEEEC2D-87FF-49DF-AEE7-2A5F6DCCF45C}" srcOrd="12" destOrd="0" presId="urn:microsoft.com/office/officeart/2016/7/layout/RepeatingBendingProcessNew"/>
    <dgm:cxn modelId="{1831527C-F963-44CB-A5E1-74A58C663982}" type="presParOf" srcId="{720AB674-857F-4C0E-BB6B-EFA63440CC07}" destId="{A25D316B-0149-438B-A74D-769E97B793AE}" srcOrd="13" destOrd="0" presId="urn:microsoft.com/office/officeart/2016/7/layout/RepeatingBendingProcessNew"/>
    <dgm:cxn modelId="{5F0A0B15-E675-4368-ACDD-2EB8BC2926FE}" type="presParOf" srcId="{A25D316B-0149-438B-A74D-769E97B793AE}" destId="{1D8E426C-0A76-421E-991E-0D4C81D82A64}" srcOrd="0" destOrd="0" presId="urn:microsoft.com/office/officeart/2016/7/layout/RepeatingBendingProcessNew"/>
    <dgm:cxn modelId="{379DC8A0-D30D-4C4D-B4A2-88E066397432}" type="presParOf" srcId="{720AB674-857F-4C0E-BB6B-EFA63440CC07}" destId="{F9122251-72D5-4F79-A875-2145D9C46910}" srcOrd="14" destOrd="0" presId="urn:microsoft.com/office/officeart/2016/7/layout/RepeatingBendingProcessNew"/>
    <dgm:cxn modelId="{82C809F5-3356-414D-A216-BA8A3EED2A07}" type="presParOf" srcId="{720AB674-857F-4C0E-BB6B-EFA63440CC07}" destId="{D695D947-829E-4280-A680-5B61F0B66846}" srcOrd="15" destOrd="0" presId="urn:microsoft.com/office/officeart/2016/7/layout/RepeatingBendingProcessNew"/>
    <dgm:cxn modelId="{90CA7313-876F-44AC-B090-13E2D486E80C}" type="presParOf" srcId="{D695D947-829E-4280-A680-5B61F0B66846}" destId="{15083000-7753-4D42-9AC2-2C687BA1B90E}" srcOrd="0" destOrd="0" presId="urn:microsoft.com/office/officeart/2016/7/layout/RepeatingBendingProcessNew"/>
    <dgm:cxn modelId="{9591AC67-2C9B-4FD2-A453-1476DD074E24}" type="presParOf" srcId="{720AB674-857F-4C0E-BB6B-EFA63440CC07}" destId="{E254AD00-780C-428E-A3A7-4D1C402784AB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F7AEF5-6AF7-4CC1-A1A4-A66FC8D5B02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4BCD3D-28B4-4A21-884F-269E14BDD39A}">
      <dgm:prSet/>
      <dgm:spPr/>
      <dgm:t>
        <a:bodyPr/>
        <a:lstStyle/>
        <a:p>
          <a:r>
            <a:rPr lang="en-GB"/>
            <a:t>PROBLEM :</a:t>
          </a:r>
          <a:endParaRPr lang="en-US"/>
        </a:p>
      </dgm:t>
    </dgm:pt>
    <dgm:pt modelId="{39A1F613-7EB7-411A-9DD7-43A08F06A2F1}" type="parTrans" cxnId="{41D37B80-1D16-48D7-9A7B-BA2703D4B073}">
      <dgm:prSet/>
      <dgm:spPr/>
      <dgm:t>
        <a:bodyPr/>
        <a:lstStyle/>
        <a:p>
          <a:endParaRPr lang="en-US"/>
        </a:p>
      </dgm:t>
    </dgm:pt>
    <dgm:pt modelId="{0DF24331-67E8-4F14-9770-C7B73354E974}" type="sibTrans" cxnId="{41D37B80-1D16-48D7-9A7B-BA2703D4B073}">
      <dgm:prSet/>
      <dgm:spPr/>
      <dgm:t>
        <a:bodyPr/>
        <a:lstStyle/>
        <a:p>
          <a:endParaRPr lang="en-US"/>
        </a:p>
      </dgm:t>
    </dgm:pt>
    <dgm:pt modelId="{7655AC59-E923-443C-8288-5CB990B40DA8}">
      <dgm:prSet/>
      <dgm:spPr/>
      <dgm:t>
        <a:bodyPr/>
        <a:lstStyle/>
        <a:p>
          <a:r>
            <a:rPr lang="en-GB"/>
            <a:t>Staff calculated prices manually.</a:t>
          </a:r>
          <a:endParaRPr lang="en-US"/>
        </a:p>
      </dgm:t>
    </dgm:pt>
    <dgm:pt modelId="{DBBDBD6C-7327-4C22-84C3-52BC595F3EC4}" type="parTrans" cxnId="{1E72E613-50BA-44BD-9EFC-2DB38FDCEF20}">
      <dgm:prSet/>
      <dgm:spPr/>
      <dgm:t>
        <a:bodyPr/>
        <a:lstStyle/>
        <a:p>
          <a:endParaRPr lang="en-US"/>
        </a:p>
      </dgm:t>
    </dgm:pt>
    <dgm:pt modelId="{0CD58A22-3AAA-4A49-896D-C02602D52A11}" type="sibTrans" cxnId="{1E72E613-50BA-44BD-9EFC-2DB38FDCEF20}">
      <dgm:prSet/>
      <dgm:spPr/>
      <dgm:t>
        <a:bodyPr/>
        <a:lstStyle/>
        <a:p>
          <a:endParaRPr lang="en-US"/>
        </a:p>
      </dgm:t>
    </dgm:pt>
    <dgm:pt modelId="{EEB30473-A1D0-479B-99DB-3AB74E0DD10E}">
      <dgm:prSet/>
      <dgm:spPr/>
      <dgm:t>
        <a:bodyPr/>
        <a:lstStyle/>
        <a:p>
          <a:r>
            <a:rPr lang="en-GB"/>
            <a:t>Mistakes happened with totals, discounts, and delivery charges.</a:t>
          </a:r>
          <a:endParaRPr lang="en-US"/>
        </a:p>
      </dgm:t>
    </dgm:pt>
    <dgm:pt modelId="{7721D6B5-ADC9-4054-8AEB-BBAA63DBEE7F}" type="parTrans" cxnId="{D32B3ECA-E304-4A12-8069-5FD9F912BD7B}">
      <dgm:prSet/>
      <dgm:spPr/>
      <dgm:t>
        <a:bodyPr/>
        <a:lstStyle/>
        <a:p>
          <a:endParaRPr lang="en-US"/>
        </a:p>
      </dgm:t>
    </dgm:pt>
    <dgm:pt modelId="{431E2E03-16BB-40D2-AB17-C84B470480E6}" type="sibTrans" cxnId="{D32B3ECA-E304-4A12-8069-5FD9F912BD7B}">
      <dgm:prSet/>
      <dgm:spPr/>
      <dgm:t>
        <a:bodyPr/>
        <a:lstStyle/>
        <a:p>
          <a:endParaRPr lang="en-US"/>
        </a:p>
      </dgm:t>
    </dgm:pt>
    <dgm:pt modelId="{2E61D944-B2A7-4C54-BF2C-C0598E87E7A9}">
      <dgm:prSet/>
      <dgm:spPr/>
      <dgm:t>
        <a:bodyPr/>
        <a:lstStyle/>
        <a:p>
          <a:r>
            <a:rPr lang="en-GB"/>
            <a:t>SLOUTION :</a:t>
          </a:r>
          <a:endParaRPr lang="en-US"/>
        </a:p>
      </dgm:t>
    </dgm:pt>
    <dgm:pt modelId="{611A73BF-84E8-4F2F-AF34-1C180082BBAE}" type="parTrans" cxnId="{E75319F5-7C5C-46E2-81FA-2B861DE6796A}">
      <dgm:prSet/>
      <dgm:spPr/>
      <dgm:t>
        <a:bodyPr/>
        <a:lstStyle/>
        <a:p>
          <a:endParaRPr lang="en-US"/>
        </a:p>
      </dgm:t>
    </dgm:pt>
    <dgm:pt modelId="{3B7D4B37-F4AE-4630-9C65-16A814C527C5}" type="sibTrans" cxnId="{E75319F5-7C5C-46E2-81FA-2B861DE6796A}">
      <dgm:prSet/>
      <dgm:spPr/>
      <dgm:t>
        <a:bodyPr/>
        <a:lstStyle/>
        <a:p>
          <a:endParaRPr lang="en-US"/>
        </a:p>
      </dgm:t>
    </dgm:pt>
    <dgm:pt modelId="{16F8BA71-7459-431B-8311-F253838E682F}">
      <dgm:prSet/>
      <dgm:spPr/>
      <dgm:t>
        <a:bodyPr/>
        <a:lstStyle/>
        <a:p>
          <a:r>
            <a:rPr lang="en-GB"/>
            <a:t>Staff calculated prices manually.</a:t>
          </a:r>
          <a:endParaRPr lang="en-US"/>
        </a:p>
      </dgm:t>
    </dgm:pt>
    <dgm:pt modelId="{8059671B-98B9-4B86-81AC-72574855E311}" type="parTrans" cxnId="{634DD3E6-12A5-4517-BE35-2E6153185CAA}">
      <dgm:prSet/>
      <dgm:spPr/>
      <dgm:t>
        <a:bodyPr/>
        <a:lstStyle/>
        <a:p>
          <a:endParaRPr lang="en-US"/>
        </a:p>
      </dgm:t>
    </dgm:pt>
    <dgm:pt modelId="{968964D0-CC01-4C2A-84F9-6A5DCE2A45E2}" type="sibTrans" cxnId="{634DD3E6-12A5-4517-BE35-2E6153185CAA}">
      <dgm:prSet/>
      <dgm:spPr/>
      <dgm:t>
        <a:bodyPr/>
        <a:lstStyle/>
        <a:p>
          <a:endParaRPr lang="en-US"/>
        </a:p>
      </dgm:t>
    </dgm:pt>
    <dgm:pt modelId="{9927D053-7CC1-496A-887A-9107572CC87D}">
      <dgm:prSet/>
      <dgm:spPr/>
      <dgm:t>
        <a:bodyPr/>
        <a:lstStyle/>
        <a:p>
          <a:r>
            <a:rPr lang="en-GB"/>
            <a:t>Mistakes happened with totals, discounts, and delivery charges.</a:t>
          </a:r>
          <a:endParaRPr lang="en-US"/>
        </a:p>
      </dgm:t>
    </dgm:pt>
    <dgm:pt modelId="{F301FEC8-666F-484C-A0DC-08077F25D1CF}" type="parTrans" cxnId="{7DD9988A-E2A8-4FF2-A69E-E2322E2C04D8}">
      <dgm:prSet/>
      <dgm:spPr/>
      <dgm:t>
        <a:bodyPr/>
        <a:lstStyle/>
        <a:p>
          <a:endParaRPr lang="en-US"/>
        </a:p>
      </dgm:t>
    </dgm:pt>
    <dgm:pt modelId="{86F66F39-350E-43EB-A09B-FB231AB74091}" type="sibTrans" cxnId="{7DD9988A-E2A8-4FF2-A69E-E2322E2C04D8}">
      <dgm:prSet/>
      <dgm:spPr/>
      <dgm:t>
        <a:bodyPr/>
        <a:lstStyle/>
        <a:p>
          <a:endParaRPr lang="en-US"/>
        </a:p>
      </dgm:t>
    </dgm:pt>
    <dgm:pt modelId="{4E2BF801-0898-47B3-B5F4-D83F1295BD18}" type="pres">
      <dgm:prSet presAssocID="{83F7AEF5-6AF7-4CC1-A1A4-A66FC8D5B02A}" presName="Name0" presStyleCnt="0">
        <dgm:presLayoutVars>
          <dgm:dir/>
          <dgm:resizeHandles val="exact"/>
        </dgm:presLayoutVars>
      </dgm:prSet>
      <dgm:spPr/>
    </dgm:pt>
    <dgm:pt modelId="{1F1D2F5F-438E-467F-999B-A3528EA19804}" type="pres">
      <dgm:prSet presAssocID="{334BCD3D-28B4-4A21-884F-269E14BDD39A}" presName="node" presStyleLbl="node1" presStyleIdx="0" presStyleCnt="6">
        <dgm:presLayoutVars>
          <dgm:bulletEnabled val="1"/>
        </dgm:presLayoutVars>
      </dgm:prSet>
      <dgm:spPr/>
    </dgm:pt>
    <dgm:pt modelId="{CEC6DA1D-50BD-4A72-8EBB-93777BFA76A2}" type="pres">
      <dgm:prSet presAssocID="{0DF24331-67E8-4F14-9770-C7B73354E974}" presName="sibTrans" presStyleLbl="sibTrans1D1" presStyleIdx="0" presStyleCnt="5"/>
      <dgm:spPr/>
    </dgm:pt>
    <dgm:pt modelId="{C3DA4ADC-B982-4F1A-977E-3A224DE17988}" type="pres">
      <dgm:prSet presAssocID="{0DF24331-67E8-4F14-9770-C7B73354E974}" presName="connectorText" presStyleLbl="sibTrans1D1" presStyleIdx="0" presStyleCnt="5"/>
      <dgm:spPr/>
    </dgm:pt>
    <dgm:pt modelId="{F2720FBE-0D61-4979-AC63-EC856AACCBD3}" type="pres">
      <dgm:prSet presAssocID="{7655AC59-E923-443C-8288-5CB990B40DA8}" presName="node" presStyleLbl="node1" presStyleIdx="1" presStyleCnt="6">
        <dgm:presLayoutVars>
          <dgm:bulletEnabled val="1"/>
        </dgm:presLayoutVars>
      </dgm:prSet>
      <dgm:spPr/>
    </dgm:pt>
    <dgm:pt modelId="{7E03B4B7-C9CD-4990-9CC8-F96384985E36}" type="pres">
      <dgm:prSet presAssocID="{0CD58A22-3AAA-4A49-896D-C02602D52A11}" presName="sibTrans" presStyleLbl="sibTrans1D1" presStyleIdx="1" presStyleCnt="5"/>
      <dgm:spPr/>
    </dgm:pt>
    <dgm:pt modelId="{725CE490-3B00-4A49-BF2E-FD91103A9A21}" type="pres">
      <dgm:prSet presAssocID="{0CD58A22-3AAA-4A49-896D-C02602D52A11}" presName="connectorText" presStyleLbl="sibTrans1D1" presStyleIdx="1" presStyleCnt="5"/>
      <dgm:spPr/>
    </dgm:pt>
    <dgm:pt modelId="{F303B8FA-4F93-46EA-9373-A23B90C08987}" type="pres">
      <dgm:prSet presAssocID="{EEB30473-A1D0-479B-99DB-3AB74E0DD10E}" presName="node" presStyleLbl="node1" presStyleIdx="2" presStyleCnt="6">
        <dgm:presLayoutVars>
          <dgm:bulletEnabled val="1"/>
        </dgm:presLayoutVars>
      </dgm:prSet>
      <dgm:spPr/>
    </dgm:pt>
    <dgm:pt modelId="{372B93FB-B73F-4C3D-B8DC-51611A2D4996}" type="pres">
      <dgm:prSet presAssocID="{431E2E03-16BB-40D2-AB17-C84B470480E6}" presName="sibTrans" presStyleLbl="sibTrans1D1" presStyleIdx="2" presStyleCnt="5"/>
      <dgm:spPr/>
    </dgm:pt>
    <dgm:pt modelId="{49DB4BB8-0E6E-4177-8672-38B6C22C1077}" type="pres">
      <dgm:prSet presAssocID="{431E2E03-16BB-40D2-AB17-C84B470480E6}" presName="connectorText" presStyleLbl="sibTrans1D1" presStyleIdx="2" presStyleCnt="5"/>
      <dgm:spPr/>
    </dgm:pt>
    <dgm:pt modelId="{0F5C3854-F9DD-4C49-979E-60DB2C5C11DD}" type="pres">
      <dgm:prSet presAssocID="{2E61D944-B2A7-4C54-BF2C-C0598E87E7A9}" presName="node" presStyleLbl="node1" presStyleIdx="3" presStyleCnt="6">
        <dgm:presLayoutVars>
          <dgm:bulletEnabled val="1"/>
        </dgm:presLayoutVars>
      </dgm:prSet>
      <dgm:spPr/>
    </dgm:pt>
    <dgm:pt modelId="{5EA95866-DD03-4692-9470-551A487EF3FB}" type="pres">
      <dgm:prSet presAssocID="{3B7D4B37-F4AE-4630-9C65-16A814C527C5}" presName="sibTrans" presStyleLbl="sibTrans1D1" presStyleIdx="3" presStyleCnt="5"/>
      <dgm:spPr/>
    </dgm:pt>
    <dgm:pt modelId="{810984F5-3DED-40AE-9DB6-2A000420BFFF}" type="pres">
      <dgm:prSet presAssocID="{3B7D4B37-F4AE-4630-9C65-16A814C527C5}" presName="connectorText" presStyleLbl="sibTrans1D1" presStyleIdx="3" presStyleCnt="5"/>
      <dgm:spPr/>
    </dgm:pt>
    <dgm:pt modelId="{D25D4DDD-E72B-4FA1-BA9F-98E68F8F0658}" type="pres">
      <dgm:prSet presAssocID="{16F8BA71-7459-431B-8311-F253838E682F}" presName="node" presStyleLbl="node1" presStyleIdx="4" presStyleCnt="6">
        <dgm:presLayoutVars>
          <dgm:bulletEnabled val="1"/>
        </dgm:presLayoutVars>
      </dgm:prSet>
      <dgm:spPr/>
    </dgm:pt>
    <dgm:pt modelId="{EB8532E7-8C8D-44E8-BDA0-4E7031835382}" type="pres">
      <dgm:prSet presAssocID="{968964D0-CC01-4C2A-84F9-6A5DCE2A45E2}" presName="sibTrans" presStyleLbl="sibTrans1D1" presStyleIdx="4" presStyleCnt="5"/>
      <dgm:spPr/>
    </dgm:pt>
    <dgm:pt modelId="{5321E78F-7C9E-42D4-B776-DF05166D79DD}" type="pres">
      <dgm:prSet presAssocID="{968964D0-CC01-4C2A-84F9-6A5DCE2A45E2}" presName="connectorText" presStyleLbl="sibTrans1D1" presStyleIdx="4" presStyleCnt="5"/>
      <dgm:spPr/>
    </dgm:pt>
    <dgm:pt modelId="{27F32F1C-EC01-4260-A176-791BB7DD797E}" type="pres">
      <dgm:prSet presAssocID="{9927D053-7CC1-496A-887A-9107572CC87D}" presName="node" presStyleLbl="node1" presStyleIdx="5" presStyleCnt="6">
        <dgm:presLayoutVars>
          <dgm:bulletEnabled val="1"/>
        </dgm:presLayoutVars>
      </dgm:prSet>
      <dgm:spPr/>
    </dgm:pt>
  </dgm:ptLst>
  <dgm:cxnLst>
    <dgm:cxn modelId="{1E72E613-50BA-44BD-9EFC-2DB38FDCEF20}" srcId="{83F7AEF5-6AF7-4CC1-A1A4-A66FC8D5B02A}" destId="{7655AC59-E923-443C-8288-5CB990B40DA8}" srcOrd="1" destOrd="0" parTransId="{DBBDBD6C-7327-4C22-84C3-52BC595F3EC4}" sibTransId="{0CD58A22-3AAA-4A49-896D-C02602D52A11}"/>
    <dgm:cxn modelId="{0616B719-DDCB-4661-875F-2D3A1A36C251}" type="presOf" srcId="{2E61D944-B2A7-4C54-BF2C-C0598E87E7A9}" destId="{0F5C3854-F9DD-4C49-979E-60DB2C5C11DD}" srcOrd="0" destOrd="0" presId="urn:microsoft.com/office/officeart/2016/7/layout/RepeatingBendingProcessNew"/>
    <dgm:cxn modelId="{72350121-FD4C-4259-B43F-A53AE5AC0791}" type="presOf" srcId="{431E2E03-16BB-40D2-AB17-C84B470480E6}" destId="{49DB4BB8-0E6E-4177-8672-38B6C22C1077}" srcOrd="1" destOrd="0" presId="urn:microsoft.com/office/officeart/2016/7/layout/RepeatingBendingProcessNew"/>
    <dgm:cxn modelId="{4F9DBE27-87E2-4F09-921D-1503538D0F99}" type="presOf" srcId="{968964D0-CC01-4C2A-84F9-6A5DCE2A45E2}" destId="{EB8532E7-8C8D-44E8-BDA0-4E7031835382}" srcOrd="0" destOrd="0" presId="urn:microsoft.com/office/officeart/2016/7/layout/RepeatingBendingProcessNew"/>
    <dgm:cxn modelId="{30DF072C-AB52-485C-9379-605F6C4C9593}" type="presOf" srcId="{0CD58A22-3AAA-4A49-896D-C02602D52A11}" destId="{725CE490-3B00-4A49-BF2E-FD91103A9A21}" srcOrd="1" destOrd="0" presId="urn:microsoft.com/office/officeart/2016/7/layout/RepeatingBendingProcessNew"/>
    <dgm:cxn modelId="{0A8C4A33-71E6-48CF-9BC7-ADF627BD0445}" type="presOf" srcId="{0CD58A22-3AAA-4A49-896D-C02602D52A11}" destId="{7E03B4B7-C9CD-4990-9CC8-F96384985E36}" srcOrd="0" destOrd="0" presId="urn:microsoft.com/office/officeart/2016/7/layout/RepeatingBendingProcessNew"/>
    <dgm:cxn modelId="{B0452B5E-C76B-435E-81D1-C8E8D66E692E}" type="presOf" srcId="{16F8BA71-7459-431B-8311-F253838E682F}" destId="{D25D4DDD-E72B-4FA1-BA9F-98E68F8F0658}" srcOrd="0" destOrd="0" presId="urn:microsoft.com/office/officeart/2016/7/layout/RepeatingBendingProcessNew"/>
    <dgm:cxn modelId="{280A4054-2708-42A1-A31C-A05277A77699}" type="presOf" srcId="{EEB30473-A1D0-479B-99DB-3AB74E0DD10E}" destId="{F303B8FA-4F93-46EA-9373-A23B90C08987}" srcOrd="0" destOrd="0" presId="urn:microsoft.com/office/officeart/2016/7/layout/RepeatingBendingProcessNew"/>
    <dgm:cxn modelId="{794DDE76-E0B5-4252-9B85-6EE08B58A4BF}" type="presOf" srcId="{431E2E03-16BB-40D2-AB17-C84B470480E6}" destId="{372B93FB-B73F-4C3D-B8DC-51611A2D4996}" srcOrd="0" destOrd="0" presId="urn:microsoft.com/office/officeart/2016/7/layout/RepeatingBendingProcessNew"/>
    <dgm:cxn modelId="{A4C27879-19F7-4B67-A69C-F582DD13D7F9}" type="presOf" srcId="{3B7D4B37-F4AE-4630-9C65-16A814C527C5}" destId="{810984F5-3DED-40AE-9DB6-2A000420BFFF}" srcOrd="1" destOrd="0" presId="urn:microsoft.com/office/officeart/2016/7/layout/RepeatingBendingProcessNew"/>
    <dgm:cxn modelId="{41D37B80-1D16-48D7-9A7B-BA2703D4B073}" srcId="{83F7AEF5-6AF7-4CC1-A1A4-A66FC8D5B02A}" destId="{334BCD3D-28B4-4A21-884F-269E14BDD39A}" srcOrd="0" destOrd="0" parTransId="{39A1F613-7EB7-411A-9DD7-43A08F06A2F1}" sibTransId="{0DF24331-67E8-4F14-9770-C7B73354E974}"/>
    <dgm:cxn modelId="{4A6BFF86-33B0-45E0-88A0-098FAA37E2B7}" type="presOf" srcId="{0DF24331-67E8-4F14-9770-C7B73354E974}" destId="{CEC6DA1D-50BD-4A72-8EBB-93777BFA76A2}" srcOrd="0" destOrd="0" presId="urn:microsoft.com/office/officeart/2016/7/layout/RepeatingBendingProcessNew"/>
    <dgm:cxn modelId="{7DD9988A-E2A8-4FF2-A69E-E2322E2C04D8}" srcId="{83F7AEF5-6AF7-4CC1-A1A4-A66FC8D5B02A}" destId="{9927D053-7CC1-496A-887A-9107572CC87D}" srcOrd="5" destOrd="0" parTransId="{F301FEC8-666F-484C-A0DC-08077F25D1CF}" sibTransId="{86F66F39-350E-43EB-A09B-FB231AB74091}"/>
    <dgm:cxn modelId="{F79F138D-1F4C-4500-800F-2320752B7609}" type="presOf" srcId="{3B7D4B37-F4AE-4630-9C65-16A814C527C5}" destId="{5EA95866-DD03-4692-9470-551A487EF3FB}" srcOrd="0" destOrd="0" presId="urn:microsoft.com/office/officeart/2016/7/layout/RepeatingBendingProcessNew"/>
    <dgm:cxn modelId="{F66D288D-0D1E-41F2-8BF5-D12E3EA62AD1}" type="presOf" srcId="{334BCD3D-28B4-4A21-884F-269E14BDD39A}" destId="{1F1D2F5F-438E-467F-999B-A3528EA19804}" srcOrd="0" destOrd="0" presId="urn:microsoft.com/office/officeart/2016/7/layout/RepeatingBendingProcessNew"/>
    <dgm:cxn modelId="{29F148AA-BE5D-425D-A4E5-FEB32C313A44}" type="presOf" srcId="{968964D0-CC01-4C2A-84F9-6A5DCE2A45E2}" destId="{5321E78F-7C9E-42D4-B776-DF05166D79DD}" srcOrd="1" destOrd="0" presId="urn:microsoft.com/office/officeart/2016/7/layout/RepeatingBendingProcessNew"/>
    <dgm:cxn modelId="{BCD17EC8-437F-4EF6-ACA6-13E6757A4DEE}" type="presOf" srcId="{0DF24331-67E8-4F14-9770-C7B73354E974}" destId="{C3DA4ADC-B982-4F1A-977E-3A224DE17988}" srcOrd="1" destOrd="0" presId="urn:microsoft.com/office/officeart/2016/7/layout/RepeatingBendingProcessNew"/>
    <dgm:cxn modelId="{D32B3ECA-E304-4A12-8069-5FD9F912BD7B}" srcId="{83F7AEF5-6AF7-4CC1-A1A4-A66FC8D5B02A}" destId="{EEB30473-A1D0-479B-99DB-3AB74E0DD10E}" srcOrd="2" destOrd="0" parTransId="{7721D6B5-ADC9-4054-8AEB-BBAA63DBEE7F}" sibTransId="{431E2E03-16BB-40D2-AB17-C84B470480E6}"/>
    <dgm:cxn modelId="{C1DE8FCD-0273-4190-B6EB-C594AA99849F}" type="presOf" srcId="{83F7AEF5-6AF7-4CC1-A1A4-A66FC8D5B02A}" destId="{4E2BF801-0898-47B3-B5F4-D83F1295BD18}" srcOrd="0" destOrd="0" presId="urn:microsoft.com/office/officeart/2016/7/layout/RepeatingBendingProcessNew"/>
    <dgm:cxn modelId="{634DD3E6-12A5-4517-BE35-2E6153185CAA}" srcId="{83F7AEF5-6AF7-4CC1-A1A4-A66FC8D5B02A}" destId="{16F8BA71-7459-431B-8311-F253838E682F}" srcOrd="4" destOrd="0" parTransId="{8059671B-98B9-4B86-81AC-72574855E311}" sibTransId="{968964D0-CC01-4C2A-84F9-6A5DCE2A45E2}"/>
    <dgm:cxn modelId="{4A8707EE-DED6-4B99-963C-1F22E7B55941}" type="presOf" srcId="{7655AC59-E923-443C-8288-5CB990B40DA8}" destId="{F2720FBE-0D61-4979-AC63-EC856AACCBD3}" srcOrd="0" destOrd="0" presId="urn:microsoft.com/office/officeart/2016/7/layout/RepeatingBendingProcessNew"/>
    <dgm:cxn modelId="{E587ABF0-5E16-41BA-8AF0-E4132343371C}" type="presOf" srcId="{9927D053-7CC1-496A-887A-9107572CC87D}" destId="{27F32F1C-EC01-4260-A176-791BB7DD797E}" srcOrd="0" destOrd="0" presId="urn:microsoft.com/office/officeart/2016/7/layout/RepeatingBendingProcessNew"/>
    <dgm:cxn modelId="{E75319F5-7C5C-46E2-81FA-2B861DE6796A}" srcId="{83F7AEF5-6AF7-4CC1-A1A4-A66FC8D5B02A}" destId="{2E61D944-B2A7-4C54-BF2C-C0598E87E7A9}" srcOrd="3" destOrd="0" parTransId="{611A73BF-84E8-4F2F-AF34-1C180082BBAE}" sibTransId="{3B7D4B37-F4AE-4630-9C65-16A814C527C5}"/>
    <dgm:cxn modelId="{5FA38C00-816C-43AD-86D7-BB94B0FD8377}" type="presParOf" srcId="{4E2BF801-0898-47B3-B5F4-D83F1295BD18}" destId="{1F1D2F5F-438E-467F-999B-A3528EA19804}" srcOrd="0" destOrd="0" presId="urn:microsoft.com/office/officeart/2016/7/layout/RepeatingBendingProcessNew"/>
    <dgm:cxn modelId="{7809306A-5DC1-416F-A8FC-DD7544D384C0}" type="presParOf" srcId="{4E2BF801-0898-47B3-B5F4-D83F1295BD18}" destId="{CEC6DA1D-50BD-4A72-8EBB-93777BFA76A2}" srcOrd="1" destOrd="0" presId="urn:microsoft.com/office/officeart/2016/7/layout/RepeatingBendingProcessNew"/>
    <dgm:cxn modelId="{7D1DB0F3-5795-49EB-B2C2-98D0F0028AE7}" type="presParOf" srcId="{CEC6DA1D-50BD-4A72-8EBB-93777BFA76A2}" destId="{C3DA4ADC-B982-4F1A-977E-3A224DE17988}" srcOrd="0" destOrd="0" presId="urn:microsoft.com/office/officeart/2016/7/layout/RepeatingBendingProcessNew"/>
    <dgm:cxn modelId="{A8D31E61-2836-4C9F-81C2-9394BAF90594}" type="presParOf" srcId="{4E2BF801-0898-47B3-B5F4-D83F1295BD18}" destId="{F2720FBE-0D61-4979-AC63-EC856AACCBD3}" srcOrd="2" destOrd="0" presId="urn:microsoft.com/office/officeart/2016/7/layout/RepeatingBendingProcessNew"/>
    <dgm:cxn modelId="{58A0E79D-96C5-41B9-864C-3E3D01A86970}" type="presParOf" srcId="{4E2BF801-0898-47B3-B5F4-D83F1295BD18}" destId="{7E03B4B7-C9CD-4990-9CC8-F96384985E36}" srcOrd="3" destOrd="0" presId="urn:microsoft.com/office/officeart/2016/7/layout/RepeatingBendingProcessNew"/>
    <dgm:cxn modelId="{84113C37-F672-4074-918E-874332696052}" type="presParOf" srcId="{7E03B4B7-C9CD-4990-9CC8-F96384985E36}" destId="{725CE490-3B00-4A49-BF2E-FD91103A9A21}" srcOrd="0" destOrd="0" presId="urn:microsoft.com/office/officeart/2016/7/layout/RepeatingBendingProcessNew"/>
    <dgm:cxn modelId="{36CEEF78-1F35-4F1B-8DBE-01B950C0ED6E}" type="presParOf" srcId="{4E2BF801-0898-47B3-B5F4-D83F1295BD18}" destId="{F303B8FA-4F93-46EA-9373-A23B90C08987}" srcOrd="4" destOrd="0" presId="urn:microsoft.com/office/officeart/2016/7/layout/RepeatingBendingProcessNew"/>
    <dgm:cxn modelId="{3B9EEF25-A7A9-4685-90C5-42A3408E5E11}" type="presParOf" srcId="{4E2BF801-0898-47B3-B5F4-D83F1295BD18}" destId="{372B93FB-B73F-4C3D-B8DC-51611A2D4996}" srcOrd="5" destOrd="0" presId="urn:microsoft.com/office/officeart/2016/7/layout/RepeatingBendingProcessNew"/>
    <dgm:cxn modelId="{5FAF79DE-246C-4909-80B1-A4B2CA872CF3}" type="presParOf" srcId="{372B93FB-B73F-4C3D-B8DC-51611A2D4996}" destId="{49DB4BB8-0E6E-4177-8672-38B6C22C1077}" srcOrd="0" destOrd="0" presId="urn:microsoft.com/office/officeart/2016/7/layout/RepeatingBendingProcessNew"/>
    <dgm:cxn modelId="{DEB3DF93-69BB-438F-B28D-31F648CB0A9C}" type="presParOf" srcId="{4E2BF801-0898-47B3-B5F4-D83F1295BD18}" destId="{0F5C3854-F9DD-4C49-979E-60DB2C5C11DD}" srcOrd="6" destOrd="0" presId="urn:microsoft.com/office/officeart/2016/7/layout/RepeatingBendingProcessNew"/>
    <dgm:cxn modelId="{610A99A0-3AB4-4754-AC56-EFE865B650DE}" type="presParOf" srcId="{4E2BF801-0898-47B3-B5F4-D83F1295BD18}" destId="{5EA95866-DD03-4692-9470-551A487EF3FB}" srcOrd="7" destOrd="0" presId="urn:microsoft.com/office/officeart/2016/7/layout/RepeatingBendingProcessNew"/>
    <dgm:cxn modelId="{138712D9-460F-4EC1-B9FB-27BE1F647356}" type="presParOf" srcId="{5EA95866-DD03-4692-9470-551A487EF3FB}" destId="{810984F5-3DED-40AE-9DB6-2A000420BFFF}" srcOrd="0" destOrd="0" presId="urn:microsoft.com/office/officeart/2016/7/layout/RepeatingBendingProcessNew"/>
    <dgm:cxn modelId="{0AF644AE-7434-47D1-98E6-2F36F89F7E7F}" type="presParOf" srcId="{4E2BF801-0898-47B3-B5F4-D83F1295BD18}" destId="{D25D4DDD-E72B-4FA1-BA9F-98E68F8F0658}" srcOrd="8" destOrd="0" presId="urn:microsoft.com/office/officeart/2016/7/layout/RepeatingBendingProcessNew"/>
    <dgm:cxn modelId="{91A45A9E-9B0A-414B-805B-70477DCAFDD5}" type="presParOf" srcId="{4E2BF801-0898-47B3-B5F4-D83F1295BD18}" destId="{EB8532E7-8C8D-44E8-BDA0-4E7031835382}" srcOrd="9" destOrd="0" presId="urn:microsoft.com/office/officeart/2016/7/layout/RepeatingBendingProcessNew"/>
    <dgm:cxn modelId="{A18BB7C7-0E8B-4882-A30B-216DBD50D51A}" type="presParOf" srcId="{EB8532E7-8C8D-44E8-BDA0-4E7031835382}" destId="{5321E78F-7C9E-42D4-B776-DF05166D79DD}" srcOrd="0" destOrd="0" presId="urn:microsoft.com/office/officeart/2016/7/layout/RepeatingBendingProcessNew"/>
    <dgm:cxn modelId="{41EEFE1F-4AB4-44C0-924C-C932EC3E4261}" type="presParOf" srcId="{4E2BF801-0898-47B3-B5F4-D83F1295BD18}" destId="{27F32F1C-EC01-4260-A176-791BB7DD797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2EBA8E-E832-4FE3-A39E-2B9A3818374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1D7D35-B160-4CB1-8F8A-18CF9A83A8F5}">
      <dgm:prSet/>
      <dgm:spPr/>
      <dgm:t>
        <a:bodyPr/>
        <a:lstStyle/>
        <a:p>
          <a:r>
            <a:rPr lang="en-GB"/>
            <a:t>PROBLEM :</a:t>
          </a:r>
          <a:endParaRPr lang="en-US"/>
        </a:p>
      </dgm:t>
    </dgm:pt>
    <dgm:pt modelId="{437EB806-66CD-45CE-A54E-53060EB086F6}" type="parTrans" cxnId="{DF8CB277-4EEF-4647-994F-760343D19E62}">
      <dgm:prSet/>
      <dgm:spPr/>
      <dgm:t>
        <a:bodyPr/>
        <a:lstStyle/>
        <a:p>
          <a:endParaRPr lang="en-US"/>
        </a:p>
      </dgm:t>
    </dgm:pt>
    <dgm:pt modelId="{69465601-B5DA-401A-A575-BB5880A245C6}" type="sibTrans" cxnId="{DF8CB277-4EEF-4647-994F-760343D19E62}">
      <dgm:prSet/>
      <dgm:spPr/>
      <dgm:t>
        <a:bodyPr/>
        <a:lstStyle/>
        <a:p>
          <a:endParaRPr lang="en-US"/>
        </a:p>
      </dgm:t>
    </dgm:pt>
    <dgm:pt modelId="{8CE9C913-4889-4E0F-BE7D-3B35610FA08E}">
      <dgm:prSet/>
      <dgm:spPr/>
      <dgm:t>
        <a:bodyPr/>
        <a:lstStyle/>
        <a:p>
          <a:r>
            <a:rPr lang="en-GB"/>
            <a:t>Devices needed correct IP addresses.</a:t>
          </a:r>
          <a:endParaRPr lang="en-US"/>
        </a:p>
      </dgm:t>
    </dgm:pt>
    <dgm:pt modelId="{D044610F-DC83-4CA4-BF35-A4B9CBC46E62}" type="parTrans" cxnId="{E232EF36-4DA9-4763-A319-612D28FDFC71}">
      <dgm:prSet/>
      <dgm:spPr/>
      <dgm:t>
        <a:bodyPr/>
        <a:lstStyle/>
        <a:p>
          <a:endParaRPr lang="en-US"/>
        </a:p>
      </dgm:t>
    </dgm:pt>
    <dgm:pt modelId="{097358E7-1155-466C-8B12-9079AC00F2C4}" type="sibTrans" cxnId="{E232EF36-4DA9-4763-A319-612D28FDFC71}">
      <dgm:prSet/>
      <dgm:spPr/>
      <dgm:t>
        <a:bodyPr/>
        <a:lstStyle/>
        <a:p>
          <a:endParaRPr lang="en-US"/>
        </a:p>
      </dgm:t>
    </dgm:pt>
    <dgm:pt modelId="{A1B0434D-EA5C-4DBA-8300-24812825BC10}">
      <dgm:prSet/>
      <dgm:spPr/>
      <dgm:t>
        <a:bodyPr/>
        <a:lstStyle/>
        <a:p>
          <a:r>
            <a:rPr lang="en-GB"/>
            <a:t>Internal and external connections needed testing.</a:t>
          </a:r>
          <a:endParaRPr lang="en-US"/>
        </a:p>
      </dgm:t>
    </dgm:pt>
    <dgm:pt modelId="{1A1A9F02-7AF0-410B-865A-FF302707FF6C}" type="parTrans" cxnId="{46708462-8BA2-4F2C-B3FA-508B35C828FC}">
      <dgm:prSet/>
      <dgm:spPr/>
      <dgm:t>
        <a:bodyPr/>
        <a:lstStyle/>
        <a:p>
          <a:endParaRPr lang="en-US"/>
        </a:p>
      </dgm:t>
    </dgm:pt>
    <dgm:pt modelId="{D75D6B06-7A40-4832-AB03-1A1483EDC58A}" type="sibTrans" cxnId="{46708462-8BA2-4F2C-B3FA-508B35C828FC}">
      <dgm:prSet/>
      <dgm:spPr/>
      <dgm:t>
        <a:bodyPr/>
        <a:lstStyle/>
        <a:p>
          <a:endParaRPr lang="en-US"/>
        </a:p>
      </dgm:t>
    </dgm:pt>
    <dgm:pt modelId="{17A181DC-6D45-470A-BA6B-7A9D46F494CB}">
      <dgm:prSet/>
      <dgm:spPr/>
      <dgm:t>
        <a:bodyPr/>
        <a:lstStyle/>
        <a:p>
          <a:r>
            <a:rPr lang="en-GB"/>
            <a:t>SOLUTION :</a:t>
          </a:r>
          <a:endParaRPr lang="en-US"/>
        </a:p>
      </dgm:t>
    </dgm:pt>
    <dgm:pt modelId="{CBDB61C6-96AB-499F-808F-8528AFCDF06A}" type="parTrans" cxnId="{F719BED4-25AA-41F0-95D0-2B4985C7B694}">
      <dgm:prSet/>
      <dgm:spPr/>
      <dgm:t>
        <a:bodyPr/>
        <a:lstStyle/>
        <a:p>
          <a:endParaRPr lang="en-US"/>
        </a:p>
      </dgm:t>
    </dgm:pt>
    <dgm:pt modelId="{1E744156-1987-4D03-B475-675ACFBBBC9F}" type="sibTrans" cxnId="{F719BED4-25AA-41F0-95D0-2B4985C7B694}">
      <dgm:prSet/>
      <dgm:spPr/>
      <dgm:t>
        <a:bodyPr/>
        <a:lstStyle/>
        <a:p>
          <a:endParaRPr lang="en-US"/>
        </a:p>
      </dgm:t>
    </dgm:pt>
    <dgm:pt modelId="{FA4280FA-BF68-42C7-A602-EC2CE83EEFFE}">
      <dgm:prSet/>
      <dgm:spPr/>
      <dgm:t>
        <a:bodyPr/>
        <a:lstStyle/>
        <a:p>
          <a:r>
            <a:rPr lang="en-GB"/>
            <a:t>Connect devices using switches and a router.</a:t>
          </a:r>
          <a:endParaRPr lang="en-US"/>
        </a:p>
      </dgm:t>
    </dgm:pt>
    <dgm:pt modelId="{258879DF-3B95-43C8-9AE9-40E98C1F6190}" type="parTrans" cxnId="{6B613DD6-2F66-42C3-B7AE-4B09B47602D1}">
      <dgm:prSet/>
      <dgm:spPr/>
      <dgm:t>
        <a:bodyPr/>
        <a:lstStyle/>
        <a:p>
          <a:endParaRPr lang="en-US"/>
        </a:p>
      </dgm:t>
    </dgm:pt>
    <dgm:pt modelId="{C16F05A6-626B-42DB-9BB9-0FEFD6B72519}" type="sibTrans" cxnId="{6B613DD6-2F66-42C3-B7AE-4B09B47602D1}">
      <dgm:prSet/>
      <dgm:spPr/>
      <dgm:t>
        <a:bodyPr/>
        <a:lstStyle/>
        <a:p>
          <a:endParaRPr lang="en-US"/>
        </a:p>
      </dgm:t>
    </dgm:pt>
    <dgm:pt modelId="{052FD979-01C8-4092-BDE9-8FF30F6B35A5}">
      <dgm:prSet/>
      <dgm:spPr/>
      <dgm:t>
        <a:bodyPr/>
        <a:lstStyle/>
        <a:p>
          <a:r>
            <a:rPr lang="en-GB"/>
            <a:t>Configure IP addresses and DNS.</a:t>
          </a:r>
          <a:endParaRPr lang="en-US"/>
        </a:p>
      </dgm:t>
    </dgm:pt>
    <dgm:pt modelId="{6DB70147-878F-4B43-B867-A037D27DC08B}" type="parTrans" cxnId="{35C2FB50-2D1A-41A1-8D29-14D39D16F044}">
      <dgm:prSet/>
      <dgm:spPr/>
      <dgm:t>
        <a:bodyPr/>
        <a:lstStyle/>
        <a:p>
          <a:endParaRPr lang="en-US"/>
        </a:p>
      </dgm:t>
    </dgm:pt>
    <dgm:pt modelId="{1C436350-AF19-456D-AE66-6B7825C1AF87}" type="sibTrans" cxnId="{35C2FB50-2D1A-41A1-8D29-14D39D16F044}">
      <dgm:prSet/>
      <dgm:spPr/>
      <dgm:t>
        <a:bodyPr/>
        <a:lstStyle/>
        <a:p>
          <a:endParaRPr lang="en-US"/>
        </a:p>
      </dgm:t>
    </dgm:pt>
    <dgm:pt modelId="{749F0FED-CD04-4806-9BC0-3C1ABEACD0D9}">
      <dgm:prSet/>
      <dgm:spPr/>
      <dgm:t>
        <a:bodyPr/>
        <a:lstStyle/>
        <a:p>
          <a:r>
            <a:rPr lang="en-GB" dirty="0"/>
            <a:t>Test websites and ping connections.</a:t>
          </a:r>
          <a:endParaRPr lang="en-US" dirty="0"/>
        </a:p>
      </dgm:t>
    </dgm:pt>
    <dgm:pt modelId="{FA1B75BE-FA30-40F6-9641-6E63BE9D53BD}" type="parTrans" cxnId="{2B8C15C5-1432-4F9A-8DA3-C334D02F507C}">
      <dgm:prSet/>
      <dgm:spPr/>
      <dgm:t>
        <a:bodyPr/>
        <a:lstStyle/>
        <a:p>
          <a:endParaRPr lang="en-US"/>
        </a:p>
      </dgm:t>
    </dgm:pt>
    <dgm:pt modelId="{AADFE1F6-FED8-4BFC-96CB-DE25DE8BB3D1}" type="sibTrans" cxnId="{2B8C15C5-1432-4F9A-8DA3-C334D02F507C}">
      <dgm:prSet/>
      <dgm:spPr/>
      <dgm:t>
        <a:bodyPr/>
        <a:lstStyle/>
        <a:p>
          <a:endParaRPr lang="en-US"/>
        </a:p>
      </dgm:t>
    </dgm:pt>
    <dgm:pt modelId="{E7DC6961-8DB2-4C85-A54B-885A80ABA702}" type="pres">
      <dgm:prSet presAssocID="{D02EBA8E-E832-4FE3-A39E-2B9A3818374F}" presName="diagram" presStyleCnt="0">
        <dgm:presLayoutVars>
          <dgm:dir/>
          <dgm:resizeHandles val="exact"/>
        </dgm:presLayoutVars>
      </dgm:prSet>
      <dgm:spPr/>
    </dgm:pt>
    <dgm:pt modelId="{9A685E19-261F-454A-BC74-AE25F4252B6A}" type="pres">
      <dgm:prSet presAssocID="{2C1D7D35-B160-4CB1-8F8A-18CF9A83A8F5}" presName="node" presStyleLbl="node1" presStyleIdx="0" presStyleCnt="7">
        <dgm:presLayoutVars>
          <dgm:bulletEnabled val="1"/>
        </dgm:presLayoutVars>
      </dgm:prSet>
      <dgm:spPr/>
    </dgm:pt>
    <dgm:pt modelId="{ED60DC48-135F-44B0-89AB-5FC0408DB8B1}" type="pres">
      <dgm:prSet presAssocID="{69465601-B5DA-401A-A575-BB5880A245C6}" presName="sibTrans" presStyleCnt="0"/>
      <dgm:spPr/>
    </dgm:pt>
    <dgm:pt modelId="{16F6EE51-EA5F-4664-A72E-B064BBA7C836}" type="pres">
      <dgm:prSet presAssocID="{8CE9C913-4889-4E0F-BE7D-3B35610FA08E}" presName="node" presStyleLbl="node1" presStyleIdx="1" presStyleCnt="7">
        <dgm:presLayoutVars>
          <dgm:bulletEnabled val="1"/>
        </dgm:presLayoutVars>
      </dgm:prSet>
      <dgm:spPr/>
    </dgm:pt>
    <dgm:pt modelId="{8FD34A48-57D7-4284-942D-0455746814BC}" type="pres">
      <dgm:prSet presAssocID="{097358E7-1155-466C-8B12-9079AC00F2C4}" presName="sibTrans" presStyleCnt="0"/>
      <dgm:spPr/>
    </dgm:pt>
    <dgm:pt modelId="{B6C7C8D8-78B0-41E7-B294-B9E7F6B0BB9F}" type="pres">
      <dgm:prSet presAssocID="{A1B0434D-EA5C-4DBA-8300-24812825BC10}" presName="node" presStyleLbl="node1" presStyleIdx="2" presStyleCnt="7">
        <dgm:presLayoutVars>
          <dgm:bulletEnabled val="1"/>
        </dgm:presLayoutVars>
      </dgm:prSet>
      <dgm:spPr/>
    </dgm:pt>
    <dgm:pt modelId="{39A8153B-8D35-47BF-86A3-60702A4FB289}" type="pres">
      <dgm:prSet presAssocID="{D75D6B06-7A40-4832-AB03-1A1483EDC58A}" presName="sibTrans" presStyleCnt="0"/>
      <dgm:spPr/>
    </dgm:pt>
    <dgm:pt modelId="{EA528A74-7AC2-4017-8C52-36EABDC41660}" type="pres">
      <dgm:prSet presAssocID="{17A181DC-6D45-470A-BA6B-7A9D46F494CB}" presName="node" presStyleLbl="node1" presStyleIdx="3" presStyleCnt="7">
        <dgm:presLayoutVars>
          <dgm:bulletEnabled val="1"/>
        </dgm:presLayoutVars>
      </dgm:prSet>
      <dgm:spPr/>
    </dgm:pt>
    <dgm:pt modelId="{265423D5-7A28-4107-A9D3-3123BFAA965A}" type="pres">
      <dgm:prSet presAssocID="{1E744156-1987-4D03-B475-675ACFBBBC9F}" presName="sibTrans" presStyleCnt="0"/>
      <dgm:spPr/>
    </dgm:pt>
    <dgm:pt modelId="{DC95243B-3A6E-4F0C-B093-760E50A66466}" type="pres">
      <dgm:prSet presAssocID="{FA4280FA-BF68-42C7-A602-EC2CE83EEFFE}" presName="node" presStyleLbl="node1" presStyleIdx="4" presStyleCnt="7">
        <dgm:presLayoutVars>
          <dgm:bulletEnabled val="1"/>
        </dgm:presLayoutVars>
      </dgm:prSet>
      <dgm:spPr/>
    </dgm:pt>
    <dgm:pt modelId="{006CC4B8-F5CD-4D6B-BA26-818F56C1299E}" type="pres">
      <dgm:prSet presAssocID="{C16F05A6-626B-42DB-9BB9-0FEFD6B72519}" presName="sibTrans" presStyleCnt="0"/>
      <dgm:spPr/>
    </dgm:pt>
    <dgm:pt modelId="{A59167E3-983F-40F3-A679-C23BF08DB1F2}" type="pres">
      <dgm:prSet presAssocID="{052FD979-01C8-4092-BDE9-8FF30F6B35A5}" presName="node" presStyleLbl="node1" presStyleIdx="5" presStyleCnt="7">
        <dgm:presLayoutVars>
          <dgm:bulletEnabled val="1"/>
        </dgm:presLayoutVars>
      </dgm:prSet>
      <dgm:spPr/>
    </dgm:pt>
    <dgm:pt modelId="{E71407AD-92C9-4D24-83A6-8073A9D62D66}" type="pres">
      <dgm:prSet presAssocID="{1C436350-AF19-456D-AE66-6B7825C1AF87}" presName="sibTrans" presStyleCnt="0"/>
      <dgm:spPr/>
    </dgm:pt>
    <dgm:pt modelId="{06C4AAB2-A046-4B11-9B3C-BAF5432B6083}" type="pres">
      <dgm:prSet presAssocID="{749F0FED-CD04-4806-9BC0-3C1ABEACD0D9}" presName="node" presStyleLbl="node1" presStyleIdx="6" presStyleCnt="7">
        <dgm:presLayoutVars>
          <dgm:bulletEnabled val="1"/>
        </dgm:presLayoutVars>
      </dgm:prSet>
      <dgm:spPr/>
    </dgm:pt>
  </dgm:ptLst>
  <dgm:cxnLst>
    <dgm:cxn modelId="{1AC9BB03-6FDA-40A0-B5F7-51C22AAC4630}" type="presOf" srcId="{D02EBA8E-E832-4FE3-A39E-2B9A3818374F}" destId="{E7DC6961-8DB2-4C85-A54B-885A80ABA702}" srcOrd="0" destOrd="0" presId="urn:microsoft.com/office/officeart/2005/8/layout/default"/>
    <dgm:cxn modelId="{3C76AD15-739A-4A64-BF9F-8755345540A6}" type="presOf" srcId="{17A181DC-6D45-470A-BA6B-7A9D46F494CB}" destId="{EA528A74-7AC2-4017-8C52-36EABDC41660}" srcOrd="0" destOrd="0" presId="urn:microsoft.com/office/officeart/2005/8/layout/default"/>
    <dgm:cxn modelId="{E232EF36-4DA9-4763-A319-612D28FDFC71}" srcId="{D02EBA8E-E832-4FE3-A39E-2B9A3818374F}" destId="{8CE9C913-4889-4E0F-BE7D-3B35610FA08E}" srcOrd="1" destOrd="0" parTransId="{D044610F-DC83-4CA4-BF35-A4B9CBC46E62}" sibTransId="{097358E7-1155-466C-8B12-9079AC00F2C4}"/>
    <dgm:cxn modelId="{46708462-8BA2-4F2C-B3FA-508B35C828FC}" srcId="{D02EBA8E-E832-4FE3-A39E-2B9A3818374F}" destId="{A1B0434D-EA5C-4DBA-8300-24812825BC10}" srcOrd="2" destOrd="0" parTransId="{1A1A9F02-7AF0-410B-865A-FF302707FF6C}" sibTransId="{D75D6B06-7A40-4832-AB03-1A1483EDC58A}"/>
    <dgm:cxn modelId="{1F9B4467-C219-4682-8F45-8C530CEB8F25}" type="presOf" srcId="{2C1D7D35-B160-4CB1-8F8A-18CF9A83A8F5}" destId="{9A685E19-261F-454A-BC74-AE25F4252B6A}" srcOrd="0" destOrd="0" presId="urn:microsoft.com/office/officeart/2005/8/layout/default"/>
    <dgm:cxn modelId="{D383E647-E0F2-40E0-8EFC-E5169CE92274}" type="presOf" srcId="{FA4280FA-BF68-42C7-A602-EC2CE83EEFFE}" destId="{DC95243B-3A6E-4F0C-B093-760E50A66466}" srcOrd="0" destOrd="0" presId="urn:microsoft.com/office/officeart/2005/8/layout/default"/>
    <dgm:cxn modelId="{35C2FB50-2D1A-41A1-8D29-14D39D16F044}" srcId="{D02EBA8E-E832-4FE3-A39E-2B9A3818374F}" destId="{052FD979-01C8-4092-BDE9-8FF30F6B35A5}" srcOrd="5" destOrd="0" parTransId="{6DB70147-878F-4B43-B867-A037D27DC08B}" sibTransId="{1C436350-AF19-456D-AE66-6B7825C1AF87}"/>
    <dgm:cxn modelId="{DF8CB277-4EEF-4647-994F-760343D19E62}" srcId="{D02EBA8E-E832-4FE3-A39E-2B9A3818374F}" destId="{2C1D7D35-B160-4CB1-8F8A-18CF9A83A8F5}" srcOrd="0" destOrd="0" parTransId="{437EB806-66CD-45CE-A54E-53060EB086F6}" sibTransId="{69465601-B5DA-401A-A575-BB5880A245C6}"/>
    <dgm:cxn modelId="{3514A8C0-CE83-4270-A2CF-780F5539B7B4}" type="presOf" srcId="{052FD979-01C8-4092-BDE9-8FF30F6B35A5}" destId="{A59167E3-983F-40F3-A679-C23BF08DB1F2}" srcOrd="0" destOrd="0" presId="urn:microsoft.com/office/officeart/2005/8/layout/default"/>
    <dgm:cxn modelId="{2B8C15C5-1432-4F9A-8DA3-C334D02F507C}" srcId="{D02EBA8E-E832-4FE3-A39E-2B9A3818374F}" destId="{749F0FED-CD04-4806-9BC0-3C1ABEACD0D9}" srcOrd="6" destOrd="0" parTransId="{FA1B75BE-FA30-40F6-9641-6E63BE9D53BD}" sibTransId="{AADFE1F6-FED8-4BFC-96CB-DE25DE8BB3D1}"/>
    <dgm:cxn modelId="{F719BED4-25AA-41F0-95D0-2B4985C7B694}" srcId="{D02EBA8E-E832-4FE3-A39E-2B9A3818374F}" destId="{17A181DC-6D45-470A-BA6B-7A9D46F494CB}" srcOrd="3" destOrd="0" parTransId="{CBDB61C6-96AB-499F-808F-8528AFCDF06A}" sibTransId="{1E744156-1987-4D03-B475-675ACFBBBC9F}"/>
    <dgm:cxn modelId="{6B613DD6-2F66-42C3-B7AE-4B09B47602D1}" srcId="{D02EBA8E-E832-4FE3-A39E-2B9A3818374F}" destId="{FA4280FA-BF68-42C7-A602-EC2CE83EEFFE}" srcOrd="4" destOrd="0" parTransId="{258879DF-3B95-43C8-9AE9-40E98C1F6190}" sibTransId="{C16F05A6-626B-42DB-9BB9-0FEFD6B72519}"/>
    <dgm:cxn modelId="{D0D8F6E1-93F8-408E-9C50-C89EE57E7FBF}" type="presOf" srcId="{A1B0434D-EA5C-4DBA-8300-24812825BC10}" destId="{B6C7C8D8-78B0-41E7-B294-B9E7F6B0BB9F}" srcOrd="0" destOrd="0" presId="urn:microsoft.com/office/officeart/2005/8/layout/default"/>
    <dgm:cxn modelId="{F78418F4-3510-4B71-B155-A83F2DF8EAA1}" type="presOf" srcId="{749F0FED-CD04-4806-9BC0-3C1ABEACD0D9}" destId="{06C4AAB2-A046-4B11-9B3C-BAF5432B6083}" srcOrd="0" destOrd="0" presId="urn:microsoft.com/office/officeart/2005/8/layout/default"/>
    <dgm:cxn modelId="{3357E3FB-5918-4FE6-ADD2-9B05286BB8EE}" type="presOf" srcId="{8CE9C913-4889-4E0F-BE7D-3B35610FA08E}" destId="{16F6EE51-EA5F-4664-A72E-B064BBA7C836}" srcOrd="0" destOrd="0" presId="urn:microsoft.com/office/officeart/2005/8/layout/default"/>
    <dgm:cxn modelId="{02CC3105-861D-41F5-BBB4-DEA662BB016E}" type="presParOf" srcId="{E7DC6961-8DB2-4C85-A54B-885A80ABA702}" destId="{9A685E19-261F-454A-BC74-AE25F4252B6A}" srcOrd="0" destOrd="0" presId="urn:microsoft.com/office/officeart/2005/8/layout/default"/>
    <dgm:cxn modelId="{37C3C170-C04A-4C63-8C76-F25F988201C3}" type="presParOf" srcId="{E7DC6961-8DB2-4C85-A54B-885A80ABA702}" destId="{ED60DC48-135F-44B0-89AB-5FC0408DB8B1}" srcOrd="1" destOrd="0" presId="urn:microsoft.com/office/officeart/2005/8/layout/default"/>
    <dgm:cxn modelId="{ECB20A1B-327E-4089-BC3C-0ADA08042B6C}" type="presParOf" srcId="{E7DC6961-8DB2-4C85-A54B-885A80ABA702}" destId="{16F6EE51-EA5F-4664-A72E-B064BBA7C836}" srcOrd="2" destOrd="0" presId="urn:microsoft.com/office/officeart/2005/8/layout/default"/>
    <dgm:cxn modelId="{3062B990-7344-4084-8AD0-056B3FE24F72}" type="presParOf" srcId="{E7DC6961-8DB2-4C85-A54B-885A80ABA702}" destId="{8FD34A48-57D7-4284-942D-0455746814BC}" srcOrd="3" destOrd="0" presId="urn:microsoft.com/office/officeart/2005/8/layout/default"/>
    <dgm:cxn modelId="{A38F0D62-A470-42BF-8CDA-EFEB3B764006}" type="presParOf" srcId="{E7DC6961-8DB2-4C85-A54B-885A80ABA702}" destId="{B6C7C8D8-78B0-41E7-B294-B9E7F6B0BB9F}" srcOrd="4" destOrd="0" presId="urn:microsoft.com/office/officeart/2005/8/layout/default"/>
    <dgm:cxn modelId="{DE7392AA-C20D-426F-B670-0ABA08DEB3B9}" type="presParOf" srcId="{E7DC6961-8DB2-4C85-A54B-885A80ABA702}" destId="{39A8153B-8D35-47BF-86A3-60702A4FB289}" srcOrd="5" destOrd="0" presId="urn:microsoft.com/office/officeart/2005/8/layout/default"/>
    <dgm:cxn modelId="{09D9D783-40AF-49C2-A2E7-628001A4E266}" type="presParOf" srcId="{E7DC6961-8DB2-4C85-A54B-885A80ABA702}" destId="{EA528A74-7AC2-4017-8C52-36EABDC41660}" srcOrd="6" destOrd="0" presId="urn:microsoft.com/office/officeart/2005/8/layout/default"/>
    <dgm:cxn modelId="{9F0D4870-3A90-4908-8744-1B9A9D2377C4}" type="presParOf" srcId="{E7DC6961-8DB2-4C85-A54B-885A80ABA702}" destId="{265423D5-7A28-4107-A9D3-3123BFAA965A}" srcOrd="7" destOrd="0" presId="urn:microsoft.com/office/officeart/2005/8/layout/default"/>
    <dgm:cxn modelId="{B1357141-9ED8-426A-B7B7-78E7C65868C2}" type="presParOf" srcId="{E7DC6961-8DB2-4C85-A54B-885A80ABA702}" destId="{DC95243B-3A6E-4F0C-B093-760E50A66466}" srcOrd="8" destOrd="0" presId="urn:microsoft.com/office/officeart/2005/8/layout/default"/>
    <dgm:cxn modelId="{D8CA657B-257B-4B58-B509-78EF5B76581F}" type="presParOf" srcId="{E7DC6961-8DB2-4C85-A54B-885A80ABA702}" destId="{006CC4B8-F5CD-4D6B-BA26-818F56C1299E}" srcOrd="9" destOrd="0" presId="urn:microsoft.com/office/officeart/2005/8/layout/default"/>
    <dgm:cxn modelId="{E87F89CF-981F-4EB7-9A07-B1CE2DDD522C}" type="presParOf" srcId="{E7DC6961-8DB2-4C85-A54B-885A80ABA702}" destId="{A59167E3-983F-40F3-A679-C23BF08DB1F2}" srcOrd="10" destOrd="0" presId="urn:microsoft.com/office/officeart/2005/8/layout/default"/>
    <dgm:cxn modelId="{AC61F79D-BA13-47D9-961A-DBE1D971ECD4}" type="presParOf" srcId="{E7DC6961-8DB2-4C85-A54B-885A80ABA702}" destId="{E71407AD-92C9-4D24-83A6-8073A9D62D66}" srcOrd="11" destOrd="0" presId="urn:microsoft.com/office/officeart/2005/8/layout/default"/>
    <dgm:cxn modelId="{4764EC19-5467-4183-9DE7-53ED77902D89}" type="presParOf" srcId="{E7DC6961-8DB2-4C85-A54B-885A80ABA702}" destId="{06C4AAB2-A046-4B11-9B3C-BAF5432B6083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A4587C-F391-459C-BEB7-0196A9F16DE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8915BC-620E-4BBE-9F39-85F997D8633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PROBLEM :</a:t>
          </a:r>
          <a:endParaRPr lang="en-US"/>
        </a:p>
      </dgm:t>
    </dgm:pt>
    <dgm:pt modelId="{405E74A5-E004-4B15-B952-BB55D632DF87}" type="parTrans" cxnId="{39BFB28F-A232-4294-99C8-E26025E306F9}">
      <dgm:prSet/>
      <dgm:spPr/>
      <dgm:t>
        <a:bodyPr/>
        <a:lstStyle/>
        <a:p>
          <a:endParaRPr lang="en-US"/>
        </a:p>
      </dgm:t>
    </dgm:pt>
    <dgm:pt modelId="{DAC2F0B1-3668-4363-A67A-8AE14ECDB44E}" type="sibTrans" cxnId="{39BFB28F-A232-4294-99C8-E26025E306F9}">
      <dgm:prSet/>
      <dgm:spPr/>
      <dgm:t>
        <a:bodyPr/>
        <a:lstStyle/>
        <a:p>
          <a:endParaRPr lang="en-US"/>
        </a:p>
      </dgm:t>
    </dgm:pt>
    <dgm:pt modelId="{C91A0568-B8EB-4677-A9E6-ACFB46437C3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People face online scams and security risks.</a:t>
          </a:r>
          <a:endParaRPr lang="en-US"/>
        </a:p>
      </dgm:t>
    </dgm:pt>
    <dgm:pt modelId="{74A8A979-38CC-4466-8ED4-47B1B75675B6}" type="parTrans" cxnId="{69E53E27-3285-4959-A23A-2CBA89CFD8B3}">
      <dgm:prSet/>
      <dgm:spPr/>
      <dgm:t>
        <a:bodyPr/>
        <a:lstStyle/>
        <a:p>
          <a:endParaRPr lang="en-US"/>
        </a:p>
      </dgm:t>
    </dgm:pt>
    <dgm:pt modelId="{6E9EA310-65B6-4DF4-BD08-ABC300C3A727}" type="sibTrans" cxnId="{69E53E27-3285-4959-A23A-2CBA89CFD8B3}">
      <dgm:prSet/>
      <dgm:spPr/>
      <dgm:t>
        <a:bodyPr/>
        <a:lstStyle/>
        <a:p>
          <a:endParaRPr lang="en-US"/>
        </a:p>
      </dgm:t>
    </dgm:pt>
    <dgm:pt modelId="{79B76119-D56D-4D5B-8A84-2F9DE5BCE86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Weak passwords and unsafe habits can expose personal data.</a:t>
          </a:r>
          <a:endParaRPr lang="en-US"/>
        </a:p>
      </dgm:t>
    </dgm:pt>
    <dgm:pt modelId="{C4A34860-9FF7-4EBE-B647-B75F59731777}" type="parTrans" cxnId="{A0BED017-3A20-4E77-99E8-14C045F79871}">
      <dgm:prSet/>
      <dgm:spPr/>
      <dgm:t>
        <a:bodyPr/>
        <a:lstStyle/>
        <a:p>
          <a:endParaRPr lang="en-US"/>
        </a:p>
      </dgm:t>
    </dgm:pt>
    <dgm:pt modelId="{644D9156-01D1-4B26-BEB3-094E3BCD496A}" type="sibTrans" cxnId="{A0BED017-3A20-4E77-99E8-14C045F79871}">
      <dgm:prSet/>
      <dgm:spPr/>
      <dgm:t>
        <a:bodyPr/>
        <a:lstStyle/>
        <a:p>
          <a:endParaRPr lang="en-US"/>
        </a:p>
      </dgm:t>
    </dgm:pt>
    <dgm:pt modelId="{40463E4F-85F5-4B1F-A805-55877253A54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SOLUTION :</a:t>
          </a:r>
          <a:br>
            <a:rPr lang="en-GB"/>
          </a:br>
          <a:r>
            <a:rPr lang="en-GB"/>
            <a:t>Explain ways to stay safe online.</a:t>
          </a:r>
          <a:endParaRPr lang="en-US"/>
        </a:p>
      </dgm:t>
    </dgm:pt>
    <dgm:pt modelId="{B693F5E0-F1B6-460D-A10E-6A0776FD08FA}" type="parTrans" cxnId="{1EAF8F66-4550-4BAF-B451-886066545231}">
      <dgm:prSet/>
      <dgm:spPr/>
      <dgm:t>
        <a:bodyPr/>
        <a:lstStyle/>
        <a:p>
          <a:endParaRPr lang="en-US"/>
        </a:p>
      </dgm:t>
    </dgm:pt>
    <dgm:pt modelId="{98C41B92-B855-464B-A91F-A8CC3F5C00F8}" type="sibTrans" cxnId="{1EAF8F66-4550-4BAF-B451-886066545231}">
      <dgm:prSet/>
      <dgm:spPr/>
      <dgm:t>
        <a:bodyPr/>
        <a:lstStyle/>
        <a:p>
          <a:endParaRPr lang="en-US"/>
        </a:p>
      </dgm:t>
    </dgm:pt>
    <dgm:pt modelId="{5C79854D-1B05-482E-A8FA-5A5D0D61237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Research trusted sources.</a:t>
          </a:r>
          <a:endParaRPr lang="en-US"/>
        </a:p>
      </dgm:t>
    </dgm:pt>
    <dgm:pt modelId="{FE7879DB-8F77-45E8-9945-82C108646A1B}" type="parTrans" cxnId="{DB28D25D-736C-4CA6-B5AC-F7AD8F66D5AF}">
      <dgm:prSet/>
      <dgm:spPr/>
      <dgm:t>
        <a:bodyPr/>
        <a:lstStyle/>
        <a:p>
          <a:endParaRPr lang="en-US"/>
        </a:p>
      </dgm:t>
    </dgm:pt>
    <dgm:pt modelId="{26D75D5D-8348-4706-A327-CAF07B704024}" type="sibTrans" cxnId="{DB28D25D-736C-4CA6-B5AC-F7AD8F66D5AF}">
      <dgm:prSet/>
      <dgm:spPr/>
      <dgm:t>
        <a:bodyPr/>
        <a:lstStyle/>
        <a:p>
          <a:endParaRPr lang="en-US"/>
        </a:p>
      </dgm:t>
    </dgm:pt>
    <dgm:pt modelId="{C60A5A61-01CF-4E51-8713-C83DF65A7C4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Create a structured team report with references.</a:t>
          </a:r>
          <a:endParaRPr lang="en-US"/>
        </a:p>
      </dgm:t>
    </dgm:pt>
    <dgm:pt modelId="{66FC0009-BAF3-40AB-B5F6-3DA75B62E91E}" type="parTrans" cxnId="{16FF6763-FD6E-41ED-9D42-2B86212F46B9}">
      <dgm:prSet/>
      <dgm:spPr/>
      <dgm:t>
        <a:bodyPr/>
        <a:lstStyle/>
        <a:p>
          <a:endParaRPr lang="en-US"/>
        </a:p>
      </dgm:t>
    </dgm:pt>
    <dgm:pt modelId="{069D7D9F-6099-4353-A1B4-A7CD38A84DA7}" type="sibTrans" cxnId="{16FF6763-FD6E-41ED-9D42-2B86212F46B9}">
      <dgm:prSet/>
      <dgm:spPr/>
      <dgm:t>
        <a:bodyPr/>
        <a:lstStyle/>
        <a:p>
          <a:endParaRPr lang="en-US"/>
        </a:p>
      </dgm:t>
    </dgm:pt>
    <dgm:pt modelId="{4AF175DA-B5EB-4FDF-9884-D812733535A5}" type="pres">
      <dgm:prSet presAssocID="{65A4587C-F391-459C-BEB7-0196A9F16DEF}" presName="root" presStyleCnt="0">
        <dgm:presLayoutVars>
          <dgm:dir/>
          <dgm:resizeHandles val="exact"/>
        </dgm:presLayoutVars>
      </dgm:prSet>
      <dgm:spPr/>
    </dgm:pt>
    <dgm:pt modelId="{8F9A114B-5133-4142-BF7C-3FA98501FF45}" type="pres">
      <dgm:prSet presAssocID="{1A8915BC-620E-4BBE-9F39-85F997D86337}" presName="compNode" presStyleCnt="0"/>
      <dgm:spPr/>
    </dgm:pt>
    <dgm:pt modelId="{5B9B8521-A02D-43E4-94CA-1C852D289777}" type="pres">
      <dgm:prSet presAssocID="{1A8915BC-620E-4BBE-9F39-85F997D8633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1A5EEAD7-E759-450F-B2D1-61E5CB8315B8}" type="pres">
      <dgm:prSet presAssocID="{1A8915BC-620E-4BBE-9F39-85F997D86337}" presName="spaceRect" presStyleCnt="0"/>
      <dgm:spPr/>
    </dgm:pt>
    <dgm:pt modelId="{C2D0D7F9-7CBB-4BE4-BA6C-A7D1410468BB}" type="pres">
      <dgm:prSet presAssocID="{1A8915BC-620E-4BBE-9F39-85F997D86337}" presName="textRect" presStyleLbl="revTx" presStyleIdx="0" presStyleCnt="6">
        <dgm:presLayoutVars>
          <dgm:chMax val="1"/>
          <dgm:chPref val="1"/>
        </dgm:presLayoutVars>
      </dgm:prSet>
      <dgm:spPr/>
    </dgm:pt>
    <dgm:pt modelId="{03CF08FE-1C53-4F8A-89D4-07B14C05110C}" type="pres">
      <dgm:prSet presAssocID="{DAC2F0B1-3668-4363-A67A-8AE14ECDB44E}" presName="sibTrans" presStyleCnt="0"/>
      <dgm:spPr/>
    </dgm:pt>
    <dgm:pt modelId="{5A6C465C-C7ED-4FAD-A3F1-90C95377940A}" type="pres">
      <dgm:prSet presAssocID="{C91A0568-B8EB-4677-A9E6-ACFB46437C3E}" presName="compNode" presStyleCnt="0"/>
      <dgm:spPr/>
    </dgm:pt>
    <dgm:pt modelId="{A6927ACC-9E92-4101-A3FF-5685548B3FB9}" type="pres">
      <dgm:prSet presAssocID="{C91A0568-B8EB-4677-A9E6-ACFB46437C3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EAC3421-7C26-4AB2-B097-142307A34EAF}" type="pres">
      <dgm:prSet presAssocID="{C91A0568-B8EB-4677-A9E6-ACFB46437C3E}" presName="spaceRect" presStyleCnt="0"/>
      <dgm:spPr/>
    </dgm:pt>
    <dgm:pt modelId="{E5476B0A-1CCA-44BD-AA91-F836F5ED9E91}" type="pres">
      <dgm:prSet presAssocID="{C91A0568-B8EB-4677-A9E6-ACFB46437C3E}" presName="textRect" presStyleLbl="revTx" presStyleIdx="1" presStyleCnt="6">
        <dgm:presLayoutVars>
          <dgm:chMax val="1"/>
          <dgm:chPref val="1"/>
        </dgm:presLayoutVars>
      </dgm:prSet>
      <dgm:spPr/>
    </dgm:pt>
    <dgm:pt modelId="{FAB078A6-1B7C-491F-8785-7EA0B4B11B34}" type="pres">
      <dgm:prSet presAssocID="{6E9EA310-65B6-4DF4-BD08-ABC300C3A727}" presName="sibTrans" presStyleCnt="0"/>
      <dgm:spPr/>
    </dgm:pt>
    <dgm:pt modelId="{B06FF1B2-D993-48FF-8EC7-3F6026ECE210}" type="pres">
      <dgm:prSet presAssocID="{79B76119-D56D-4D5B-8A84-2F9DE5BCE86A}" presName="compNode" presStyleCnt="0"/>
      <dgm:spPr/>
    </dgm:pt>
    <dgm:pt modelId="{727E4542-F2D3-4837-94F0-7AC071A001A5}" type="pres">
      <dgm:prSet presAssocID="{79B76119-D56D-4D5B-8A84-2F9DE5BCE86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46F3399-CF1C-4F53-94A5-B34F2415CC3B}" type="pres">
      <dgm:prSet presAssocID="{79B76119-D56D-4D5B-8A84-2F9DE5BCE86A}" presName="spaceRect" presStyleCnt="0"/>
      <dgm:spPr/>
    </dgm:pt>
    <dgm:pt modelId="{EE2E9A52-A984-4BA8-A83F-E471C3692052}" type="pres">
      <dgm:prSet presAssocID="{79B76119-D56D-4D5B-8A84-2F9DE5BCE86A}" presName="textRect" presStyleLbl="revTx" presStyleIdx="2" presStyleCnt="6">
        <dgm:presLayoutVars>
          <dgm:chMax val="1"/>
          <dgm:chPref val="1"/>
        </dgm:presLayoutVars>
      </dgm:prSet>
      <dgm:spPr/>
    </dgm:pt>
    <dgm:pt modelId="{9F7B4E2B-58AD-4170-B0E5-EB35CD4BE946}" type="pres">
      <dgm:prSet presAssocID="{644D9156-01D1-4B26-BEB3-094E3BCD496A}" presName="sibTrans" presStyleCnt="0"/>
      <dgm:spPr/>
    </dgm:pt>
    <dgm:pt modelId="{C5F9F81E-F6F8-4272-B150-DF9FEE67DD3C}" type="pres">
      <dgm:prSet presAssocID="{40463E4F-85F5-4B1F-A805-55877253A54F}" presName="compNode" presStyleCnt="0"/>
      <dgm:spPr/>
    </dgm:pt>
    <dgm:pt modelId="{B7260057-64AB-48BD-A4A1-A5EEFBD2284F}" type="pres">
      <dgm:prSet presAssocID="{40463E4F-85F5-4B1F-A805-55877253A54F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153CFC1A-8135-46A7-A762-85A10F733763}" type="pres">
      <dgm:prSet presAssocID="{40463E4F-85F5-4B1F-A805-55877253A54F}" presName="spaceRect" presStyleCnt="0"/>
      <dgm:spPr/>
    </dgm:pt>
    <dgm:pt modelId="{0017B3F5-114D-442C-8182-EBA7A775D88B}" type="pres">
      <dgm:prSet presAssocID="{40463E4F-85F5-4B1F-A805-55877253A54F}" presName="textRect" presStyleLbl="revTx" presStyleIdx="3" presStyleCnt="6">
        <dgm:presLayoutVars>
          <dgm:chMax val="1"/>
          <dgm:chPref val="1"/>
        </dgm:presLayoutVars>
      </dgm:prSet>
      <dgm:spPr/>
    </dgm:pt>
    <dgm:pt modelId="{6FDCF38D-F378-4B32-A7C1-5C581014DF80}" type="pres">
      <dgm:prSet presAssocID="{98C41B92-B855-464B-A91F-A8CC3F5C00F8}" presName="sibTrans" presStyleCnt="0"/>
      <dgm:spPr/>
    </dgm:pt>
    <dgm:pt modelId="{3D278DDD-48EF-41CA-B85D-FBDC9A19D8D9}" type="pres">
      <dgm:prSet presAssocID="{5C79854D-1B05-482E-A8FA-5A5D0D612376}" presName="compNode" presStyleCnt="0"/>
      <dgm:spPr/>
    </dgm:pt>
    <dgm:pt modelId="{2EDF3059-7317-4B53-85BF-95F39EB1DC8A}" type="pres">
      <dgm:prSet presAssocID="{5C79854D-1B05-482E-A8FA-5A5D0D61237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BDBE8CF0-AF82-41AE-A4ED-A963E77E50B8}" type="pres">
      <dgm:prSet presAssocID="{5C79854D-1B05-482E-A8FA-5A5D0D612376}" presName="spaceRect" presStyleCnt="0"/>
      <dgm:spPr/>
    </dgm:pt>
    <dgm:pt modelId="{7080E109-8D44-4565-A625-5B0665DD0BA4}" type="pres">
      <dgm:prSet presAssocID="{5C79854D-1B05-482E-A8FA-5A5D0D612376}" presName="textRect" presStyleLbl="revTx" presStyleIdx="4" presStyleCnt="6">
        <dgm:presLayoutVars>
          <dgm:chMax val="1"/>
          <dgm:chPref val="1"/>
        </dgm:presLayoutVars>
      </dgm:prSet>
      <dgm:spPr/>
    </dgm:pt>
    <dgm:pt modelId="{5574A012-C115-47ED-A4CD-72C0D4CCCE51}" type="pres">
      <dgm:prSet presAssocID="{26D75D5D-8348-4706-A327-CAF07B704024}" presName="sibTrans" presStyleCnt="0"/>
      <dgm:spPr/>
    </dgm:pt>
    <dgm:pt modelId="{2AF60885-058D-4ACB-8E73-8F7A3298D7ED}" type="pres">
      <dgm:prSet presAssocID="{C60A5A61-01CF-4E51-8713-C83DF65A7C47}" presName="compNode" presStyleCnt="0"/>
      <dgm:spPr/>
    </dgm:pt>
    <dgm:pt modelId="{BE219859-B447-49DC-8E69-5B7A5F40EFDE}" type="pres">
      <dgm:prSet presAssocID="{C60A5A61-01CF-4E51-8713-C83DF65A7C47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80D58D67-1D14-42E3-931F-A7A04DEB68EF}" type="pres">
      <dgm:prSet presAssocID="{C60A5A61-01CF-4E51-8713-C83DF65A7C47}" presName="spaceRect" presStyleCnt="0"/>
      <dgm:spPr/>
    </dgm:pt>
    <dgm:pt modelId="{F0EBEF89-B7F6-49B9-B45C-05677828234A}" type="pres">
      <dgm:prSet presAssocID="{C60A5A61-01CF-4E51-8713-C83DF65A7C4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0BED017-3A20-4E77-99E8-14C045F79871}" srcId="{65A4587C-F391-459C-BEB7-0196A9F16DEF}" destId="{79B76119-D56D-4D5B-8A84-2F9DE5BCE86A}" srcOrd="2" destOrd="0" parTransId="{C4A34860-9FF7-4EBE-B647-B75F59731777}" sibTransId="{644D9156-01D1-4B26-BEB3-094E3BCD496A}"/>
    <dgm:cxn modelId="{0A33181A-E93C-4602-83FA-81C10EBACC7C}" type="presOf" srcId="{79B76119-D56D-4D5B-8A84-2F9DE5BCE86A}" destId="{EE2E9A52-A984-4BA8-A83F-E471C3692052}" srcOrd="0" destOrd="0" presId="urn:microsoft.com/office/officeart/2018/2/layout/IconLabelList"/>
    <dgm:cxn modelId="{69E53E27-3285-4959-A23A-2CBA89CFD8B3}" srcId="{65A4587C-F391-459C-BEB7-0196A9F16DEF}" destId="{C91A0568-B8EB-4677-A9E6-ACFB46437C3E}" srcOrd="1" destOrd="0" parTransId="{74A8A979-38CC-4466-8ED4-47B1B75675B6}" sibTransId="{6E9EA310-65B6-4DF4-BD08-ABC300C3A727}"/>
    <dgm:cxn modelId="{DB28D25D-736C-4CA6-B5AC-F7AD8F66D5AF}" srcId="{65A4587C-F391-459C-BEB7-0196A9F16DEF}" destId="{5C79854D-1B05-482E-A8FA-5A5D0D612376}" srcOrd="4" destOrd="0" parTransId="{FE7879DB-8F77-45E8-9945-82C108646A1B}" sibTransId="{26D75D5D-8348-4706-A327-CAF07B704024}"/>
    <dgm:cxn modelId="{16FF6763-FD6E-41ED-9D42-2B86212F46B9}" srcId="{65A4587C-F391-459C-BEB7-0196A9F16DEF}" destId="{C60A5A61-01CF-4E51-8713-C83DF65A7C47}" srcOrd="5" destOrd="0" parTransId="{66FC0009-BAF3-40AB-B5F6-3DA75B62E91E}" sibTransId="{069D7D9F-6099-4353-A1B4-A7CD38A84DA7}"/>
    <dgm:cxn modelId="{1EAF8F66-4550-4BAF-B451-886066545231}" srcId="{65A4587C-F391-459C-BEB7-0196A9F16DEF}" destId="{40463E4F-85F5-4B1F-A805-55877253A54F}" srcOrd="3" destOrd="0" parTransId="{B693F5E0-F1B6-460D-A10E-6A0776FD08FA}" sibTransId="{98C41B92-B855-464B-A91F-A8CC3F5C00F8}"/>
    <dgm:cxn modelId="{3FDFEC6E-45E3-496F-ADDB-8FD4C747DE7D}" type="presOf" srcId="{65A4587C-F391-459C-BEB7-0196A9F16DEF}" destId="{4AF175DA-B5EB-4FDF-9884-D812733535A5}" srcOrd="0" destOrd="0" presId="urn:microsoft.com/office/officeart/2018/2/layout/IconLabelList"/>
    <dgm:cxn modelId="{39BFB28F-A232-4294-99C8-E26025E306F9}" srcId="{65A4587C-F391-459C-BEB7-0196A9F16DEF}" destId="{1A8915BC-620E-4BBE-9F39-85F997D86337}" srcOrd="0" destOrd="0" parTransId="{405E74A5-E004-4B15-B952-BB55D632DF87}" sibTransId="{DAC2F0B1-3668-4363-A67A-8AE14ECDB44E}"/>
    <dgm:cxn modelId="{F2EDD197-034A-4BF1-8949-B87BAC1F8D23}" type="presOf" srcId="{40463E4F-85F5-4B1F-A805-55877253A54F}" destId="{0017B3F5-114D-442C-8182-EBA7A775D88B}" srcOrd="0" destOrd="0" presId="urn:microsoft.com/office/officeart/2018/2/layout/IconLabelList"/>
    <dgm:cxn modelId="{CFD530C7-7FC6-498B-AFC9-7E4B0E4C12F6}" type="presOf" srcId="{5C79854D-1B05-482E-A8FA-5A5D0D612376}" destId="{7080E109-8D44-4565-A625-5B0665DD0BA4}" srcOrd="0" destOrd="0" presId="urn:microsoft.com/office/officeart/2018/2/layout/IconLabelList"/>
    <dgm:cxn modelId="{941343D9-C3B1-4AAB-A924-AA119AD4C965}" type="presOf" srcId="{C60A5A61-01CF-4E51-8713-C83DF65A7C47}" destId="{F0EBEF89-B7F6-49B9-B45C-05677828234A}" srcOrd="0" destOrd="0" presId="urn:microsoft.com/office/officeart/2018/2/layout/IconLabelList"/>
    <dgm:cxn modelId="{EE642EDC-580D-457C-BB5D-9DFCBEE37604}" type="presOf" srcId="{C91A0568-B8EB-4677-A9E6-ACFB46437C3E}" destId="{E5476B0A-1CCA-44BD-AA91-F836F5ED9E91}" srcOrd="0" destOrd="0" presId="urn:microsoft.com/office/officeart/2018/2/layout/IconLabelList"/>
    <dgm:cxn modelId="{8D21FEF0-FA39-47E5-B3C6-2696B77B3D25}" type="presOf" srcId="{1A8915BC-620E-4BBE-9F39-85F997D86337}" destId="{C2D0D7F9-7CBB-4BE4-BA6C-A7D1410468BB}" srcOrd="0" destOrd="0" presId="urn:microsoft.com/office/officeart/2018/2/layout/IconLabelList"/>
    <dgm:cxn modelId="{86696E6A-C183-41C0-B39A-5676755072B1}" type="presParOf" srcId="{4AF175DA-B5EB-4FDF-9884-D812733535A5}" destId="{8F9A114B-5133-4142-BF7C-3FA98501FF45}" srcOrd="0" destOrd="0" presId="urn:microsoft.com/office/officeart/2018/2/layout/IconLabelList"/>
    <dgm:cxn modelId="{AC0E0738-6A66-40C6-85A9-225031EE168B}" type="presParOf" srcId="{8F9A114B-5133-4142-BF7C-3FA98501FF45}" destId="{5B9B8521-A02D-43E4-94CA-1C852D289777}" srcOrd="0" destOrd="0" presId="urn:microsoft.com/office/officeart/2018/2/layout/IconLabelList"/>
    <dgm:cxn modelId="{1BE6CF7B-CA1F-479A-A868-49F16A90D4C2}" type="presParOf" srcId="{8F9A114B-5133-4142-BF7C-3FA98501FF45}" destId="{1A5EEAD7-E759-450F-B2D1-61E5CB8315B8}" srcOrd="1" destOrd="0" presId="urn:microsoft.com/office/officeart/2018/2/layout/IconLabelList"/>
    <dgm:cxn modelId="{8E658953-AA2A-4355-AB09-399D5F288851}" type="presParOf" srcId="{8F9A114B-5133-4142-BF7C-3FA98501FF45}" destId="{C2D0D7F9-7CBB-4BE4-BA6C-A7D1410468BB}" srcOrd="2" destOrd="0" presId="urn:microsoft.com/office/officeart/2018/2/layout/IconLabelList"/>
    <dgm:cxn modelId="{7D3C5191-A11C-49CF-8318-07B554D806C0}" type="presParOf" srcId="{4AF175DA-B5EB-4FDF-9884-D812733535A5}" destId="{03CF08FE-1C53-4F8A-89D4-07B14C05110C}" srcOrd="1" destOrd="0" presId="urn:microsoft.com/office/officeart/2018/2/layout/IconLabelList"/>
    <dgm:cxn modelId="{71774042-C2EF-427C-986A-C8D1CD066936}" type="presParOf" srcId="{4AF175DA-B5EB-4FDF-9884-D812733535A5}" destId="{5A6C465C-C7ED-4FAD-A3F1-90C95377940A}" srcOrd="2" destOrd="0" presId="urn:microsoft.com/office/officeart/2018/2/layout/IconLabelList"/>
    <dgm:cxn modelId="{4ACAB699-123E-4743-BD19-E1D88FC03F47}" type="presParOf" srcId="{5A6C465C-C7ED-4FAD-A3F1-90C95377940A}" destId="{A6927ACC-9E92-4101-A3FF-5685548B3FB9}" srcOrd="0" destOrd="0" presId="urn:microsoft.com/office/officeart/2018/2/layout/IconLabelList"/>
    <dgm:cxn modelId="{09AEF1E8-E5E1-4E01-A18F-D2996E91F27D}" type="presParOf" srcId="{5A6C465C-C7ED-4FAD-A3F1-90C95377940A}" destId="{0EAC3421-7C26-4AB2-B097-142307A34EAF}" srcOrd="1" destOrd="0" presId="urn:microsoft.com/office/officeart/2018/2/layout/IconLabelList"/>
    <dgm:cxn modelId="{B92473FF-49B7-41E2-914A-FC7BFC0392A5}" type="presParOf" srcId="{5A6C465C-C7ED-4FAD-A3F1-90C95377940A}" destId="{E5476B0A-1CCA-44BD-AA91-F836F5ED9E91}" srcOrd="2" destOrd="0" presId="urn:microsoft.com/office/officeart/2018/2/layout/IconLabelList"/>
    <dgm:cxn modelId="{A58F43BC-98D6-4742-9FDD-BBA0332A4995}" type="presParOf" srcId="{4AF175DA-B5EB-4FDF-9884-D812733535A5}" destId="{FAB078A6-1B7C-491F-8785-7EA0B4B11B34}" srcOrd="3" destOrd="0" presId="urn:microsoft.com/office/officeart/2018/2/layout/IconLabelList"/>
    <dgm:cxn modelId="{9DC33C1B-C80F-474A-BC6E-6713AF0D2C03}" type="presParOf" srcId="{4AF175DA-B5EB-4FDF-9884-D812733535A5}" destId="{B06FF1B2-D993-48FF-8EC7-3F6026ECE210}" srcOrd="4" destOrd="0" presId="urn:microsoft.com/office/officeart/2018/2/layout/IconLabelList"/>
    <dgm:cxn modelId="{3A734BD2-8ABD-43DA-A0DD-89398564EEED}" type="presParOf" srcId="{B06FF1B2-D993-48FF-8EC7-3F6026ECE210}" destId="{727E4542-F2D3-4837-94F0-7AC071A001A5}" srcOrd="0" destOrd="0" presId="urn:microsoft.com/office/officeart/2018/2/layout/IconLabelList"/>
    <dgm:cxn modelId="{B00B7037-CC89-46A0-BB6A-0431EA693DFC}" type="presParOf" srcId="{B06FF1B2-D993-48FF-8EC7-3F6026ECE210}" destId="{546F3399-CF1C-4F53-94A5-B34F2415CC3B}" srcOrd="1" destOrd="0" presId="urn:microsoft.com/office/officeart/2018/2/layout/IconLabelList"/>
    <dgm:cxn modelId="{E167B19C-C6CC-42AD-9648-3A8A80448CAA}" type="presParOf" srcId="{B06FF1B2-D993-48FF-8EC7-3F6026ECE210}" destId="{EE2E9A52-A984-4BA8-A83F-E471C3692052}" srcOrd="2" destOrd="0" presId="urn:microsoft.com/office/officeart/2018/2/layout/IconLabelList"/>
    <dgm:cxn modelId="{B043A77A-8490-4F52-9DC5-ADB1A5D2CCCB}" type="presParOf" srcId="{4AF175DA-B5EB-4FDF-9884-D812733535A5}" destId="{9F7B4E2B-58AD-4170-B0E5-EB35CD4BE946}" srcOrd="5" destOrd="0" presId="urn:microsoft.com/office/officeart/2018/2/layout/IconLabelList"/>
    <dgm:cxn modelId="{957DE73C-64B4-4293-A11E-04790D47DA3B}" type="presParOf" srcId="{4AF175DA-B5EB-4FDF-9884-D812733535A5}" destId="{C5F9F81E-F6F8-4272-B150-DF9FEE67DD3C}" srcOrd="6" destOrd="0" presId="urn:microsoft.com/office/officeart/2018/2/layout/IconLabelList"/>
    <dgm:cxn modelId="{4A96C378-5CC8-4525-9DF0-F22C24706783}" type="presParOf" srcId="{C5F9F81E-F6F8-4272-B150-DF9FEE67DD3C}" destId="{B7260057-64AB-48BD-A4A1-A5EEFBD2284F}" srcOrd="0" destOrd="0" presId="urn:microsoft.com/office/officeart/2018/2/layout/IconLabelList"/>
    <dgm:cxn modelId="{A32B4CA8-F1DE-4F36-AF4C-0EE3A74D711A}" type="presParOf" srcId="{C5F9F81E-F6F8-4272-B150-DF9FEE67DD3C}" destId="{153CFC1A-8135-46A7-A762-85A10F733763}" srcOrd="1" destOrd="0" presId="urn:microsoft.com/office/officeart/2018/2/layout/IconLabelList"/>
    <dgm:cxn modelId="{1F6EED25-2C40-4500-8A3C-0F175F2C0D81}" type="presParOf" srcId="{C5F9F81E-F6F8-4272-B150-DF9FEE67DD3C}" destId="{0017B3F5-114D-442C-8182-EBA7A775D88B}" srcOrd="2" destOrd="0" presId="urn:microsoft.com/office/officeart/2018/2/layout/IconLabelList"/>
    <dgm:cxn modelId="{B768B808-75FA-41E8-8D81-0FBA1AE2252D}" type="presParOf" srcId="{4AF175DA-B5EB-4FDF-9884-D812733535A5}" destId="{6FDCF38D-F378-4B32-A7C1-5C581014DF80}" srcOrd="7" destOrd="0" presId="urn:microsoft.com/office/officeart/2018/2/layout/IconLabelList"/>
    <dgm:cxn modelId="{30C85B5E-BAE7-4500-B0F0-0F91DC4A590E}" type="presParOf" srcId="{4AF175DA-B5EB-4FDF-9884-D812733535A5}" destId="{3D278DDD-48EF-41CA-B85D-FBDC9A19D8D9}" srcOrd="8" destOrd="0" presId="urn:microsoft.com/office/officeart/2018/2/layout/IconLabelList"/>
    <dgm:cxn modelId="{F48995CE-1350-41BB-9990-733B3214E60F}" type="presParOf" srcId="{3D278DDD-48EF-41CA-B85D-FBDC9A19D8D9}" destId="{2EDF3059-7317-4B53-85BF-95F39EB1DC8A}" srcOrd="0" destOrd="0" presId="urn:microsoft.com/office/officeart/2018/2/layout/IconLabelList"/>
    <dgm:cxn modelId="{EA7C6E28-F9A5-45A0-9BC4-75FE20FC7C54}" type="presParOf" srcId="{3D278DDD-48EF-41CA-B85D-FBDC9A19D8D9}" destId="{BDBE8CF0-AF82-41AE-A4ED-A963E77E50B8}" srcOrd="1" destOrd="0" presId="urn:microsoft.com/office/officeart/2018/2/layout/IconLabelList"/>
    <dgm:cxn modelId="{2D674773-7E2D-4DE6-80E2-893602AF2ECB}" type="presParOf" srcId="{3D278DDD-48EF-41CA-B85D-FBDC9A19D8D9}" destId="{7080E109-8D44-4565-A625-5B0665DD0BA4}" srcOrd="2" destOrd="0" presId="urn:microsoft.com/office/officeart/2018/2/layout/IconLabelList"/>
    <dgm:cxn modelId="{2C6DA29E-C536-4FD3-B955-9DF12E420CB9}" type="presParOf" srcId="{4AF175DA-B5EB-4FDF-9884-D812733535A5}" destId="{5574A012-C115-47ED-A4CD-72C0D4CCCE51}" srcOrd="9" destOrd="0" presId="urn:microsoft.com/office/officeart/2018/2/layout/IconLabelList"/>
    <dgm:cxn modelId="{048B957B-48CA-48B7-A612-3D1DB94328AD}" type="presParOf" srcId="{4AF175DA-B5EB-4FDF-9884-D812733535A5}" destId="{2AF60885-058D-4ACB-8E73-8F7A3298D7ED}" srcOrd="10" destOrd="0" presId="urn:microsoft.com/office/officeart/2018/2/layout/IconLabelList"/>
    <dgm:cxn modelId="{DFC3055E-CF2C-4CE7-8DBC-5D9721A05AF3}" type="presParOf" srcId="{2AF60885-058D-4ACB-8E73-8F7A3298D7ED}" destId="{BE219859-B447-49DC-8E69-5B7A5F40EFDE}" srcOrd="0" destOrd="0" presId="urn:microsoft.com/office/officeart/2018/2/layout/IconLabelList"/>
    <dgm:cxn modelId="{E0CA99F7-C662-4C22-9EC2-DC883E8F0947}" type="presParOf" srcId="{2AF60885-058D-4ACB-8E73-8F7A3298D7ED}" destId="{80D58D67-1D14-42E3-931F-A7A04DEB68EF}" srcOrd="1" destOrd="0" presId="urn:microsoft.com/office/officeart/2018/2/layout/IconLabelList"/>
    <dgm:cxn modelId="{628682D7-C206-421B-8BD4-BE8DC383A779}" type="presParOf" srcId="{2AF60885-058D-4ACB-8E73-8F7A3298D7ED}" destId="{F0EBEF89-B7F6-49B9-B45C-05677828234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1B648EF-53CC-42A9-B45E-60C6B789FBD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9FF94C-75DD-456E-8A1E-54C660FE280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MINI PROJECT FOUR </a:t>
          </a:r>
          <a:endParaRPr lang="en-US"/>
        </a:p>
      </dgm:t>
    </dgm:pt>
    <dgm:pt modelId="{5532FED7-19BF-4722-9FCA-C53AC0EBB159}" type="parTrans" cxnId="{8CE0457D-D5C1-4FE8-9336-9D366090FE77}">
      <dgm:prSet/>
      <dgm:spPr/>
      <dgm:t>
        <a:bodyPr/>
        <a:lstStyle/>
        <a:p>
          <a:endParaRPr lang="en-US"/>
        </a:p>
      </dgm:t>
    </dgm:pt>
    <dgm:pt modelId="{9122B049-F07C-436A-959B-0091E9A09BB9}" type="sibTrans" cxnId="{8CE0457D-D5C1-4FE8-9336-9D366090FE77}">
      <dgm:prSet/>
      <dgm:spPr/>
      <dgm:t>
        <a:bodyPr/>
        <a:lstStyle/>
        <a:p>
          <a:endParaRPr lang="en-US"/>
        </a:p>
      </dgm:t>
    </dgm:pt>
    <dgm:pt modelId="{808F3B6F-3EF5-4742-81BF-3E4A3D5159E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MINIPROJECT 2 </a:t>
          </a:r>
        </a:p>
      </dgm:t>
    </dgm:pt>
    <dgm:pt modelId="{C587051C-136D-47B3-9395-635F04B0D101}" type="parTrans" cxnId="{D0CBE664-43A1-4C5E-932D-9E9D4B6AE222}">
      <dgm:prSet/>
      <dgm:spPr/>
      <dgm:t>
        <a:bodyPr/>
        <a:lstStyle/>
        <a:p>
          <a:endParaRPr lang="en-US"/>
        </a:p>
      </dgm:t>
    </dgm:pt>
    <dgm:pt modelId="{B8D4D263-5CFD-4C80-BA0F-DEA72684C910}" type="sibTrans" cxnId="{D0CBE664-43A1-4C5E-932D-9E9D4B6AE222}">
      <dgm:prSet/>
      <dgm:spPr/>
      <dgm:t>
        <a:bodyPr/>
        <a:lstStyle/>
        <a:p>
          <a:endParaRPr lang="en-US"/>
        </a:p>
      </dgm:t>
    </dgm:pt>
    <dgm:pt modelId="{EDB9163A-CCE5-494A-8AFA-1151D9EA8EDB}" type="pres">
      <dgm:prSet presAssocID="{21B648EF-53CC-42A9-B45E-60C6B789FBD3}" presName="root" presStyleCnt="0">
        <dgm:presLayoutVars>
          <dgm:dir/>
          <dgm:resizeHandles val="exact"/>
        </dgm:presLayoutVars>
      </dgm:prSet>
      <dgm:spPr/>
    </dgm:pt>
    <dgm:pt modelId="{8A28B298-FF7E-40BA-9B11-93882BF3779C}" type="pres">
      <dgm:prSet presAssocID="{FC9FF94C-75DD-456E-8A1E-54C660FE2805}" presName="compNode" presStyleCnt="0"/>
      <dgm:spPr/>
    </dgm:pt>
    <dgm:pt modelId="{0186F8F6-6920-43BB-99DD-848B8B4166C7}" type="pres">
      <dgm:prSet presAssocID="{FC9FF94C-75DD-456E-8A1E-54C660FE2805}" presName="iconBgRect" presStyleLbl="bgShp" presStyleIdx="0" presStyleCnt="2"/>
      <dgm:spPr/>
    </dgm:pt>
    <dgm:pt modelId="{6A7CE357-A65D-4D07-B7A9-2A190AA12C4C}" type="pres">
      <dgm:prSet presAssocID="{FC9FF94C-75DD-456E-8A1E-54C660FE280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rotUp"/>
        </a:ext>
      </dgm:extLst>
    </dgm:pt>
    <dgm:pt modelId="{661C9A0F-459D-4ADA-A060-82C5A5208114}" type="pres">
      <dgm:prSet presAssocID="{FC9FF94C-75DD-456E-8A1E-54C660FE2805}" presName="spaceRect" presStyleCnt="0"/>
      <dgm:spPr/>
    </dgm:pt>
    <dgm:pt modelId="{79F2D7A8-221A-4471-8C13-E8365474F083}" type="pres">
      <dgm:prSet presAssocID="{FC9FF94C-75DD-456E-8A1E-54C660FE2805}" presName="textRect" presStyleLbl="revTx" presStyleIdx="0" presStyleCnt="2">
        <dgm:presLayoutVars>
          <dgm:chMax val="1"/>
          <dgm:chPref val="1"/>
        </dgm:presLayoutVars>
      </dgm:prSet>
      <dgm:spPr/>
    </dgm:pt>
    <dgm:pt modelId="{D571886A-A340-4B12-9A67-8AA92A8946F8}" type="pres">
      <dgm:prSet presAssocID="{9122B049-F07C-436A-959B-0091E9A09BB9}" presName="sibTrans" presStyleCnt="0"/>
      <dgm:spPr/>
    </dgm:pt>
    <dgm:pt modelId="{68BEDC7B-BC01-43E3-A80A-A168D8F1AA7B}" type="pres">
      <dgm:prSet presAssocID="{808F3B6F-3EF5-4742-81BF-3E4A3D5159E0}" presName="compNode" presStyleCnt="0"/>
      <dgm:spPr/>
    </dgm:pt>
    <dgm:pt modelId="{86D39C69-F12C-49F3-8033-BFE987E08306}" type="pres">
      <dgm:prSet presAssocID="{808F3B6F-3EF5-4742-81BF-3E4A3D5159E0}" presName="iconBgRect" presStyleLbl="bgShp" presStyleIdx="1" presStyleCnt="2"/>
      <dgm:spPr/>
    </dgm:pt>
    <dgm:pt modelId="{00C63EC6-D325-45A5-B42F-8EFC9E7E7484}" type="pres">
      <dgm:prSet presAssocID="{808F3B6F-3EF5-4742-81BF-3E4A3D5159E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872E0446-47D1-480B-97C4-EA5A7059D1A2}" type="pres">
      <dgm:prSet presAssocID="{808F3B6F-3EF5-4742-81BF-3E4A3D5159E0}" presName="spaceRect" presStyleCnt="0"/>
      <dgm:spPr/>
    </dgm:pt>
    <dgm:pt modelId="{47E5B82F-EB4B-4E9D-AB1A-F4FABE337A85}" type="pres">
      <dgm:prSet presAssocID="{808F3B6F-3EF5-4742-81BF-3E4A3D5159E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62C560A-4DD3-4FF4-B1E7-1C1EA6472180}" type="presOf" srcId="{21B648EF-53CC-42A9-B45E-60C6B789FBD3}" destId="{EDB9163A-CCE5-494A-8AFA-1151D9EA8EDB}" srcOrd="0" destOrd="0" presId="urn:microsoft.com/office/officeart/2018/5/layout/IconCircleLabelList"/>
    <dgm:cxn modelId="{D0CBE664-43A1-4C5E-932D-9E9D4B6AE222}" srcId="{21B648EF-53CC-42A9-B45E-60C6B789FBD3}" destId="{808F3B6F-3EF5-4742-81BF-3E4A3D5159E0}" srcOrd="1" destOrd="0" parTransId="{C587051C-136D-47B3-9395-635F04B0D101}" sibTransId="{B8D4D263-5CFD-4C80-BA0F-DEA72684C910}"/>
    <dgm:cxn modelId="{C6223968-BBCB-4D4F-B600-AB4466AE9CFF}" type="presOf" srcId="{FC9FF94C-75DD-456E-8A1E-54C660FE2805}" destId="{79F2D7A8-221A-4471-8C13-E8365474F083}" srcOrd="0" destOrd="0" presId="urn:microsoft.com/office/officeart/2018/5/layout/IconCircleLabelList"/>
    <dgm:cxn modelId="{8CE0457D-D5C1-4FE8-9336-9D366090FE77}" srcId="{21B648EF-53CC-42A9-B45E-60C6B789FBD3}" destId="{FC9FF94C-75DD-456E-8A1E-54C660FE2805}" srcOrd="0" destOrd="0" parTransId="{5532FED7-19BF-4722-9FCA-C53AC0EBB159}" sibTransId="{9122B049-F07C-436A-959B-0091E9A09BB9}"/>
    <dgm:cxn modelId="{41EBF5F9-3713-4297-A2C9-043A5ECED5B1}" type="presOf" srcId="{808F3B6F-3EF5-4742-81BF-3E4A3D5159E0}" destId="{47E5B82F-EB4B-4E9D-AB1A-F4FABE337A85}" srcOrd="0" destOrd="0" presId="urn:microsoft.com/office/officeart/2018/5/layout/IconCircleLabelList"/>
    <dgm:cxn modelId="{129EE842-4C08-4897-80FA-87A8EE0DD10C}" type="presParOf" srcId="{EDB9163A-CCE5-494A-8AFA-1151D9EA8EDB}" destId="{8A28B298-FF7E-40BA-9B11-93882BF3779C}" srcOrd="0" destOrd="0" presId="urn:microsoft.com/office/officeart/2018/5/layout/IconCircleLabelList"/>
    <dgm:cxn modelId="{72E043FD-8418-490B-961B-D17B68AA9F8D}" type="presParOf" srcId="{8A28B298-FF7E-40BA-9B11-93882BF3779C}" destId="{0186F8F6-6920-43BB-99DD-848B8B4166C7}" srcOrd="0" destOrd="0" presId="urn:microsoft.com/office/officeart/2018/5/layout/IconCircleLabelList"/>
    <dgm:cxn modelId="{CF61D5DA-BD82-400E-81B1-40E013304FDC}" type="presParOf" srcId="{8A28B298-FF7E-40BA-9B11-93882BF3779C}" destId="{6A7CE357-A65D-4D07-B7A9-2A190AA12C4C}" srcOrd="1" destOrd="0" presId="urn:microsoft.com/office/officeart/2018/5/layout/IconCircleLabelList"/>
    <dgm:cxn modelId="{AC61A572-7BF8-45C7-B935-E90EFFAD9DEF}" type="presParOf" srcId="{8A28B298-FF7E-40BA-9B11-93882BF3779C}" destId="{661C9A0F-459D-4ADA-A060-82C5A5208114}" srcOrd="2" destOrd="0" presId="urn:microsoft.com/office/officeart/2018/5/layout/IconCircleLabelList"/>
    <dgm:cxn modelId="{1BB5AD7C-A499-4A5F-96F0-CAC6D891ED86}" type="presParOf" srcId="{8A28B298-FF7E-40BA-9B11-93882BF3779C}" destId="{79F2D7A8-221A-4471-8C13-E8365474F083}" srcOrd="3" destOrd="0" presId="urn:microsoft.com/office/officeart/2018/5/layout/IconCircleLabelList"/>
    <dgm:cxn modelId="{2A16CE1F-8F63-408A-A22C-2F4E9963623C}" type="presParOf" srcId="{EDB9163A-CCE5-494A-8AFA-1151D9EA8EDB}" destId="{D571886A-A340-4B12-9A67-8AA92A8946F8}" srcOrd="1" destOrd="0" presId="urn:microsoft.com/office/officeart/2018/5/layout/IconCircleLabelList"/>
    <dgm:cxn modelId="{ADC097C5-A845-41D7-A86F-11374EBD6CBD}" type="presParOf" srcId="{EDB9163A-CCE5-494A-8AFA-1151D9EA8EDB}" destId="{68BEDC7B-BC01-43E3-A80A-A168D8F1AA7B}" srcOrd="2" destOrd="0" presId="urn:microsoft.com/office/officeart/2018/5/layout/IconCircleLabelList"/>
    <dgm:cxn modelId="{9C146E39-1D88-4A99-ACB7-2DDCD4699A31}" type="presParOf" srcId="{68BEDC7B-BC01-43E3-A80A-A168D8F1AA7B}" destId="{86D39C69-F12C-49F3-8033-BFE987E08306}" srcOrd="0" destOrd="0" presId="urn:microsoft.com/office/officeart/2018/5/layout/IconCircleLabelList"/>
    <dgm:cxn modelId="{AF35C6A8-AF1A-454F-B1AB-AA9B73051967}" type="presParOf" srcId="{68BEDC7B-BC01-43E3-A80A-A168D8F1AA7B}" destId="{00C63EC6-D325-45A5-B42F-8EFC9E7E7484}" srcOrd="1" destOrd="0" presId="urn:microsoft.com/office/officeart/2018/5/layout/IconCircleLabelList"/>
    <dgm:cxn modelId="{A820D0A7-7B90-4D7D-9BC9-E0F96F142CAB}" type="presParOf" srcId="{68BEDC7B-BC01-43E3-A80A-A168D8F1AA7B}" destId="{872E0446-47D1-480B-97C4-EA5A7059D1A2}" srcOrd="2" destOrd="0" presId="urn:microsoft.com/office/officeart/2018/5/layout/IconCircleLabelList"/>
    <dgm:cxn modelId="{73693AAE-6727-44F5-99FC-19971E020710}" type="presParOf" srcId="{68BEDC7B-BC01-43E3-A80A-A168D8F1AA7B}" destId="{47E5B82F-EB4B-4E9D-AB1A-F4FABE337A8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15A767-13B5-4B18-927E-770A16A51E7F}">
      <dsp:nvSpPr>
        <dsp:cNvPr id="0" name=""/>
        <dsp:cNvSpPr/>
      </dsp:nvSpPr>
      <dsp:spPr>
        <a:xfrm>
          <a:off x="1052577" y="0"/>
          <a:ext cx="5111260" cy="51112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DC25E-BA23-487E-8659-1AE3DCFE23D6}">
      <dsp:nvSpPr>
        <dsp:cNvPr id="0" name=""/>
        <dsp:cNvSpPr/>
      </dsp:nvSpPr>
      <dsp:spPr>
        <a:xfrm>
          <a:off x="1538147" y="485569"/>
          <a:ext cx="1993391" cy="19933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MEMBER 1 SAM LEADER</a:t>
          </a:r>
          <a:endParaRPr lang="en-US" sz="3000" kern="1200"/>
        </a:p>
      </dsp:txBody>
      <dsp:txXfrm>
        <a:off x="1635456" y="582878"/>
        <a:ext cx="1798773" cy="1798773"/>
      </dsp:txXfrm>
    </dsp:sp>
    <dsp:sp modelId="{D26401B0-1DB2-41B0-B25B-C3891570DFCC}">
      <dsp:nvSpPr>
        <dsp:cNvPr id="0" name=""/>
        <dsp:cNvSpPr/>
      </dsp:nvSpPr>
      <dsp:spPr>
        <a:xfrm>
          <a:off x="3684876" y="485569"/>
          <a:ext cx="1993391" cy="19933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MEMBER 2 SAIRA </a:t>
          </a:r>
          <a:endParaRPr lang="en-US" sz="3000" kern="1200"/>
        </a:p>
      </dsp:txBody>
      <dsp:txXfrm>
        <a:off x="3782185" y="582878"/>
        <a:ext cx="1798773" cy="1798773"/>
      </dsp:txXfrm>
    </dsp:sp>
    <dsp:sp modelId="{4F64B42B-BDAC-4D22-A237-F4B2D16BB97A}">
      <dsp:nvSpPr>
        <dsp:cNvPr id="0" name=""/>
        <dsp:cNvSpPr/>
      </dsp:nvSpPr>
      <dsp:spPr>
        <a:xfrm>
          <a:off x="1538147" y="2632298"/>
          <a:ext cx="1993391" cy="19933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MEMBER 3 SHAYKH </a:t>
          </a:r>
          <a:endParaRPr lang="en-US" sz="3000" kern="1200"/>
        </a:p>
      </dsp:txBody>
      <dsp:txXfrm>
        <a:off x="1635456" y="2729607"/>
        <a:ext cx="1798773" cy="1798773"/>
      </dsp:txXfrm>
    </dsp:sp>
    <dsp:sp modelId="{C26F6339-155B-4A7F-90AE-270357F9F7F9}">
      <dsp:nvSpPr>
        <dsp:cNvPr id="0" name=""/>
        <dsp:cNvSpPr/>
      </dsp:nvSpPr>
      <dsp:spPr>
        <a:xfrm>
          <a:off x="3684876" y="2632298"/>
          <a:ext cx="1993391" cy="19933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MEMBER 4 HAMZA </a:t>
          </a:r>
          <a:endParaRPr lang="en-US" sz="3000" kern="1200"/>
        </a:p>
      </dsp:txBody>
      <dsp:txXfrm>
        <a:off x="3782185" y="2729607"/>
        <a:ext cx="1798773" cy="17987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D5F83B-7091-4B8B-B97A-E5DC0DBD557A}">
      <dsp:nvSpPr>
        <dsp:cNvPr id="0" name=""/>
        <dsp:cNvSpPr/>
      </dsp:nvSpPr>
      <dsp:spPr>
        <a:xfrm>
          <a:off x="487136" y="1022408"/>
          <a:ext cx="1438205" cy="143820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EBBAE-543C-4D02-AC39-CC4251AD205B}">
      <dsp:nvSpPr>
        <dsp:cNvPr id="0" name=""/>
        <dsp:cNvSpPr/>
      </dsp:nvSpPr>
      <dsp:spPr>
        <a:xfrm>
          <a:off x="793638" y="1328910"/>
          <a:ext cx="825199" cy="8251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7BBA3-2CFD-420A-8263-2120BA9137B7}">
      <dsp:nvSpPr>
        <dsp:cNvPr id="0" name=""/>
        <dsp:cNvSpPr/>
      </dsp:nvSpPr>
      <dsp:spPr>
        <a:xfrm>
          <a:off x="27381" y="2908578"/>
          <a:ext cx="23577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 dirty="0"/>
            <a:t>1 </a:t>
          </a:r>
          <a:r>
            <a:rPr lang="en-GB" sz="1100" b="1" kern="1200" dirty="0"/>
            <a:t>Mini Project 1: Northwest Architecture Studio Ltd.                         Team (20%)</a:t>
          </a:r>
          <a:r>
            <a:rPr lang="en-GB" sz="1100" kern="1200" dirty="0"/>
            <a:t> </a:t>
          </a:r>
          <a:endParaRPr lang="en-US" sz="1100" kern="1200" dirty="0"/>
        </a:p>
      </dsp:txBody>
      <dsp:txXfrm>
        <a:off x="27381" y="2908578"/>
        <a:ext cx="2357713" cy="720000"/>
      </dsp:txXfrm>
    </dsp:sp>
    <dsp:sp modelId="{5663E658-55E2-4616-8B4C-B3CBD3F04CD2}">
      <dsp:nvSpPr>
        <dsp:cNvPr id="0" name=""/>
        <dsp:cNvSpPr/>
      </dsp:nvSpPr>
      <dsp:spPr>
        <a:xfrm>
          <a:off x="3257449" y="1022408"/>
          <a:ext cx="1438205" cy="143820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2B921-8CC3-446B-969C-2FB3D168DF8F}">
      <dsp:nvSpPr>
        <dsp:cNvPr id="0" name=""/>
        <dsp:cNvSpPr/>
      </dsp:nvSpPr>
      <dsp:spPr>
        <a:xfrm>
          <a:off x="3563952" y="1328910"/>
          <a:ext cx="825199" cy="8251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9E506-758F-49B2-AD49-45409B0201EE}">
      <dsp:nvSpPr>
        <dsp:cNvPr id="0" name=""/>
        <dsp:cNvSpPr/>
      </dsp:nvSpPr>
      <dsp:spPr>
        <a:xfrm>
          <a:off x="2797695" y="2908578"/>
          <a:ext cx="23577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2 </a:t>
          </a:r>
          <a:r>
            <a:rPr lang="en-GB" sz="1100" b="1" kern="1200"/>
            <a:t>Mini Project 2: Pennine Pizza Works                                                   Team (20%)</a:t>
          </a:r>
          <a:r>
            <a:rPr lang="en-GB" sz="1100" kern="1200"/>
            <a:t> </a:t>
          </a:r>
          <a:endParaRPr lang="en-US" sz="1100" kern="1200"/>
        </a:p>
      </dsp:txBody>
      <dsp:txXfrm>
        <a:off x="2797695" y="2908578"/>
        <a:ext cx="2357713" cy="720000"/>
      </dsp:txXfrm>
    </dsp:sp>
    <dsp:sp modelId="{01311D8B-0733-46AD-9C47-0F8A17BB5B1C}">
      <dsp:nvSpPr>
        <dsp:cNvPr id="0" name=""/>
        <dsp:cNvSpPr/>
      </dsp:nvSpPr>
      <dsp:spPr>
        <a:xfrm>
          <a:off x="6027763" y="1022408"/>
          <a:ext cx="1438205" cy="143820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E89AF-237A-497B-AD16-F763688F8086}">
      <dsp:nvSpPr>
        <dsp:cNvPr id="0" name=""/>
        <dsp:cNvSpPr/>
      </dsp:nvSpPr>
      <dsp:spPr>
        <a:xfrm>
          <a:off x="6334265" y="1328910"/>
          <a:ext cx="825199" cy="8251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84A80-2487-4671-B380-89D5D26D4D4F}">
      <dsp:nvSpPr>
        <dsp:cNvPr id="0" name=""/>
        <dsp:cNvSpPr/>
      </dsp:nvSpPr>
      <dsp:spPr>
        <a:xfrm>
          <a:off x="5568008" y="2908578"/>
          <a:ext cx="23577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3 </a:t>
          </a:r>
          <a:r>
            <a:rPr lang="en-GB" sz="1100" b="1" kern="1200"/>
            <a:t>Mini Project 3: NorthWest Architecture Studio Network               Team (20%)</a:t>
          </a:r>
          <a:r>
            <a:rPr lang="en-GB" sz="1100" kern="1200"/>
            <a:t> </a:t>
          </a:r>
          <a:endParaRPr lang="en-US" sz="1100" kern="1200"/>
        </a:p>
      </dsp:txBody>
      <dsp:txXfrm>
        <a:off x="5568008" y="2908578"/>
        <a:ext cx="2357713" cy="720000"/>
      </dsp:txXfrm>
    </dsp:sp>
    <dsp:sp modelId="{6B99CCEB-354A-4406-9928-B1C3D42338B6}">
      <dsp:nvSpPr>
        <dsp:cNvPr id="0" name=""/>
        <dsp:cNvSpPr/>
      </dsp:nvSpPr>
      <dsp:spPr>
        <a:xfrm>
          <a:off x="8798076" y="1022408"/>
          <a:ext cx="1438205" cy="143820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62DAE7-82CC-4A45-882E-6B081E2246A1}">
      <dsp:nvSpPr>
        <dsp:cNvPr id="0" name=""/>
        <dsp:cNvSpPr/>
      </dsp:nvSpPr>
      <dsp:spPr>
        <a:xfrm>
          <a:off x="9104579" y="1328910"/>
          <a:ext cx="825199" cy="8251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AAAC9-DB9C-4D1E-83C0-3DB734995E1E}">
      <dsp:nvSpPr>
        <dsp:cNvPr id="0" name=""/>
        <dsp:cNvSpPr/>
      </dsp:nvSpPr>
      <dsp:spPr>
        <a:xfrm>
          <a:off x="8338322" y="2908578"/>
          <a:ext cx="23577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4 </a:t>
          </a:r>
          <a:r>
            <a:rPr lang="en-GB" sz="1100" b="1" kern="1200"/>
            <a:t>Mini Project 4: Cyber-Security Awareness     </a:t>
          </a:r>
          <a:endParaRPr lang="en-US" sz="1100" kern="1200"/>
        </a:p>
      </dsp:txBody>
      <dsp:txXfrm>
        <a:off x="8338322" y="2908578"/>
        <a:ext cx="2357713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81CAE-D29B-4BF4-B6A9-E086959276A2}">
      <dsp:nvSpPr>
        <dsp:cNvPr id="0" name=""/>
        <dsp:cNvSpPr/>
      </dsp:nvSpPr>
      <dsp:spPr>
        <a:xfrm>
          <a:off x="2045393" y="1570847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53157" y="1614219"/>
        <a:ext cx="23480" cy="4696"/>
      </dsp:txXfrm>
    </dsp:sp>
    <dsp:sp modelId="{5B4F901A-F3CB-4F85-B124-8AEA5A977073}">
      <dsp:nvSpPr>
        <dsp:cNvPr id="0" name=""/>
        <dsp:cNvSpPr/>
      </dsp:nvSpPr>
      <dsp:spPr>
        <a:xfrm>
          <a:off x="5423" y="1004036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PROBLEM :</a:t>
          </a:r>
          <a:endParaRPr lang="en-US" sz="1300" kern="1200"/>
        </a:p>
      </dsp:txBody>
      <dsp:txXfrm>
        <a:off x="5423" y="1004036"/>
        <a:ext cx="2041769" cy="1225061"/>
      </dsp:txXfrm>
    </dsp:sp>
    <dsp:sp modelId="{4E3822A7-5B4B-4B1E-B914-806496A9869C}">
      <dsp:nvSpPr>
        <dsp:cNvPr id="0" name=""/>
        <dsp:cNvSpPr/>
      </dsp:nvSpPr>
      <dsp:spPr>
        <a:xfrm>
          <a:off x="4556770" y="1570847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64534" y="1614219"/>
        <a:ext cx="23480" cy="4696"/>
      </dsp:txXfrm>
    </dsp:sp>
    <dsp:sp modelId="{317C8BB9-D859-4C2D-9DCF-57FE3D344623}">
      <dsp:nvSpPr>
        <dsp:cNvPr id="0" name=""/>
        <dsp:cNvSpPr/>
      </dsp:nvSpPr>
      <dsp:spPr>
        <a:xfrm>
          <a:off x="2516801" y="1004036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Different staff needed different types of computers.</a:t>
          </a:r>
          <a:endParaRPr lang="en-US" sz="1300" kern="1200"/>
        </a:p>
      </dsp:txBody>
      <dsp:txXfrm>
        <a:off x="2516801" y="1004036"/>
        <a:ext cx="2041769" cy="1225061"/>
      </dsp:txXfrm>
    </dsp:sp>
    <dsp:sp modelId="{FA8F329F-2215-407F-B790-69530AA27F58}">
      <dsp:nvSpPr>
        <dsp:cNvPr id="0" name=""/>
        <dsp:cNvSpPr/>
      </dsp:nvSpPr>
      <dsp:spPr>
        <a:xfrm>
          <a:off x="1026308" y="2227298"/>
          <a:ext cx="5022754" cy="439007"/>
        </a:xfrm>
        <a:custGeom>
          <a:avLst/>
          <a:gdLst/>
          <a:ahLst/>
          <a:cxnLst/>
          <a:rect l="0" t="0" r="0" b="0"/>
          <a:pathLst>
            <a:path>
              <a:moveTo>
                <a:pt x="5022754" y="0"/>
              </a:moveTo>
              <a:lnTo>
                <a:pt x="5022754" y="236603"/>
              </a:lnTo>
              <a:lnTo>
                <a:pt x="0" y="236603"/>
              </a:lnTo>
              <a:lnTo>
                <a:pt x="0" y="439007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11569" y="2444453"/>
        <a:ext cx="252232" cy="4696"/>
      </dsp:txXfrm>
    </dsp:sp>
    <dsp:sp modelId="{FB0FC6E6-E500-4086-8E33-4D82325893E5}">
      <dsp:nvSpPr>
        <dsp:cNvPr id="0" name=""/>
        <dsp:cNvSpPr/>
      </dsp:nvSpPr>
      <dsp:spPr>
        <a:xfrm>
          <a:off x="5028178" y="1004036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Basic office workers did not need expensive computers, but CAD and 3D design staff needed more powerful systems.</a:t>
          </a:r>
          <a:endParaRPr lang="en-US" sz="1300" kern="1200"/>
        </a:p>
      </dsp:txBody>
      <dsp:txXfrm>
        <a:off x="5028178" y="1004036"/>
        <a:ext cx="2041769" cy="1225061"/>
      </dsp:txXfrm>
    </dsp:sp>
    <dsp:sp modelId="{21619CA4-53EB-4F9C-9B1E-73BB8D415883}">
      <dsp:nvSpPr>
        <dsp:cNvPr id="0" name=""/>
        <dsp:cNvSpPr/>
      </dsp:nvSpPr>
      <dsp:spPr>
        <a:xfrm>
          <a:off x="2045393" y="3265516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53157" y="3308888"/>
        <a:ext cx="23480" cy="4696"/>
      </dsp:txXfrm>
    </dsp:sp>
    <dsp:sp modelId="{34073393-246D-449D-894B-F8956EF2A43B}">
      <dsp:nvSpPr>
        <dsp:cNvPr id="0" name=""/>
        <dsp:cNvSpPr/>
      </dsp:nvSpPr>
      <dsp:spPr>
        <a:xfrm>
          <a:off x="5423" y="2698705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The team had to choose suitable hardware without going over budget.</a:t>
          </a:r>
          <a:endParaRPr lang="en-US" sz="1300" kern="1200" dirty="0"/>
        </a:p>
      </dsp:txBody>
      <dsp:txXfrm>
        <a:off x="5423" y="2698705"/>
        <a:ext cx="2041769" cy="1225061"/>
      </dsp:txXfrm>
    </dsp:sp>
    <dsp:sp modelId="{C6B1118E-3F38-423B-8084-016E73E5717B}">
      <dsp:nvSpPr>
        <dsp:cNvPr id="0" name=""/>
        <dsp:cNvSpPr/>
      </dsp:nvSpPr>
      <dsp:spPr>
        <a:xfrm>
          <a:off x="4556770" y="3265516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64534" y="3308888"/>
        <a:ext cx="23480" cy="4696"/>
      </dsp:txXfrm>
    </dsp:sp>
    <dsp:sp modelId="{E59E78E2-F622-461D-AE39-75189688DD99}">
      <dsp:nvSpPr>
        <dsp:cNvPr id="0" name=""/>
        <dsp:cNvSpPr/>
      </dsp:nvSpPr>
      <dsp:spPr>
        <a:xfrm>
          <a:off x="2516801" y="2698705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SLOUTION :</a:t>
          </a:r>
          <a:endParaRPr lang="en-US" sz="1300" kern="1200"/>
        </a:p>
      </dsp:txBody>
      <dsp:txXfrm>
        <a:off x="2516801" y="2698705"/>
        <a:ext cx="2041769" cy="1225061"/>
      </dsp:txXfrm>
    </dsp:sp>
    <dsp:sp modelId="{2767FF90-EA81-43A0-8AF3-172AB4D822F0}">
      <dsp:nvSpPr>
        <dsp:cNvPr id="0" name=""/>
        <dsp:cNvSpPr/>
      </dsp:nvSpPr>
      <dsp:spPr>
        <a:xfrm>
          <a:off x="1026308" y="3921967"/>
          <a:ext cx="5022754" cy="439007"/>
        </a:xfrm>
        <a:custGeom>
          <a:avLst/>
          <a:gdLst/>
          <a:ahLst/>
          <a:cxnLst/>
          <a:rect l="0" t="0" r="0" b="0"/>
          <a:pathLst>
            <a:path>
              <a:moveTo>
                <a:pt x="5022754" y="0"/>
              </a:moveTo>
              <a:lnTo>
                <a:pt x="5022754" y="236603"/>
              </a:lnTo>
              <a:lnTo>
                <a:pt x="0" y="236603"/>
              </a:lnTo>
              <a:lnTo>
                <a:pt x="0" y="439007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11569" y="4139122"/>
        <a:ext cx="252232" cy="4696"/>
      </dsp:txXfrm>
    </dsp:sp>
    <dsp:sp modelId="{F2141089-CB11-48DE-BA1A-E03A6FB186E2}">
      <dsp:nvSpPr>
        <dsp:cNvPr id="0" name=""/>
        <dsp:cNvSpPr/>
      </dsp:nvSpPr>
      <dsp:spPr>
        <a:xfrm>
          <a:off x="5028178" y="2698705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We selected hardware based on each job's needs.</a:t>
          </a:r>
          <a:endParaRPr lang="en-US" sz="1300" kern="1200"/>
        </a:p>
      </dsp:txBody>
      <dsp:txXfrm>
        <a:off x="5028178" y="2698705"/>
        <a:ext cx="2041769" cy="1225061"/>
      </dsp:txXfrm>
    </dsp:sp>
    <dsp:sp modelId="{A25D316B-0149-438B-A74D-769E97B793AE}">
      <dsp:nvSpPr>
        <dsp:cNvPr id="0" name=""/>
        <dsp:cNvSpPr/>
      </dsp:nvSpPr>
      <dsp:spPr>
        <a:xfrm>
          <a:off x="2045393" y="4960185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53157" y="5003557"/>
        <a:ext cx="23480" cy="4696"/>
      </dsp:txXfrm>
    </dsp:sp>
    <dsp:sp modelId="{8DEEEC2D-87FF-49DF-AEE7-2A5F6DCCF45C}">
      <dsp:nvSpPr>
        <dsp:cNvPr id="0" name=""/>
        <dsp:cNvSpPr/>
      </dsp:nvSpPr>
      <dsp:spPr>
        <a:xfrm>
          <a:off x="5423" y="4393374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We compared component prices and explained why each item was suitable.</a:t>
          </a:r>
          <a:endParaRPr lang="en-US" sz="1300" kern="1200"/>
        </a:p>
      </dsp:txBody>
      <dsp:txXfrm>
        <a:off x="5423" y="4393374"/>
        <a:ext cx="2041769" cy="1225061"/>
      </dsp:txXfrm>
    </dsp:sp>
    <dsp:sp modelId="{D695D947-829E-4280-A680-5B61F0B66846}">
      <dsp:nvSpPr>
        <dsp:cNvPr id="0" name=""/>
        <dsp:cNvSpPr/>
      </dsp:nvSpPr>
      <dsp:spPr>
        <a:xfrm>
          <a:off x="4556770" y="4960185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64534" y="5003557"/>
        <a:ext cx="23480" cy="4696"/>
      </dsp:txXfrm>
    </dsp:sp>
    <dsp:sp modelId="{F9122251-72D5-4F79-A875-2145D9C46910}">
      <dsp:nvSpPr>
        <dsp:cNvPr id="0" name=""/>
        <dsp:cNvSpPr/>
      </dsp:nvSpPr>
      <dsp:spPr>
        <a:xfrm>
          <a:off x="2516801" y="4393374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We used an SQL database to store workstation details and costs.</a:t>
          </a:r>
          <a:endParaRPr lang="en-US" sz="1300" kern="1200" dirty="0"/>
        </a:p>
      </dsp:txBody>
      <dsp:txXfrm>
        <a:off x="2516801" y="4393374"/>
        <a:ext cx="2041769" cy="1225061"/>
      </dsp:txXfrm>
    </dsp:sp>
    <dsp:sp modelId="{E254AD00-780C-428E-A3A7-4D1C402784AB}">
      <dsp:nvSpPr>
        <dsp:cNvPr id="0" name=""/>
        <dsp:cNvSpPr/>
      </dsp:nvSpPr>
      <dsp:spPr>
        <a:xfrm>
          <a:off x="5028178" y="4393374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We considered value for money and avoided unnecessary spending. </a:t>
          </a:r>
          <a:endParaRPr lang="en-US" sz="1300" kern="1200"/>
        </a:p>
      </dsp:txBody>
      <dsp:txXfrm>
        <a:off x="5028178" y="4393374"/>
        <a:ext cx="2041769" cy="12250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C6DA1D-50BD-4A72-8EBB-93777BFA76A2}">
      <dsp:nvSpPr>
        <dsp:cNvPr id="0" name=""/>
        <dsp:cNvSpPr/>
      </dsp:nvSpPr>
      <dsp:spPr>
        <a:xfrm>
          <a:off x="3286973" y="839840"/>
          <a:ext cx="647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733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93692" y="882170"/>
        <a:ext cx="33896" cy="6779"/>
      </dsp:txXfrm>
    </dsp:sp>
    <dsp:sp modelId="{1F1D2F5F-438E-467F-999B-A3528EA19804}">
      <dsp:nvSpPr>
        <dsp:cNvPr id="0" name=""/>
        <dsp:cNvSpPr/>
      </dsp:nvSpPr>
      <dsp:spPr>
        <a:xfrm>
          <a:off x="341234" y="1298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PROBLEM :</a:t>
          </a:r>
          <a:endParaRPr lang="en-US" sz="2500" kern="1200"/>
        </a:p>
      </dsp:txBody>
      <dsp:txXfrm>
        <a:off x="341234" y="1298"/>
        <a:ext cx="2947539" cy="1768523"/>
      </dsp:txXfrm>
    </dsp:sp>
    <dsp:sp modelId="{7E03B4B7-C9CD-4990-9CC8-F96384985E36}">
      <dsp:nvSpPr>
        <dsp:cNvPr id="0" name=""/>
        <dsp:cNvSpPr/>
      </dsp:nvSpPr>
      <dsp:spPr>
        <a:xfrm>
          <a:off x="1815003" y="1768022"/>
          <a:ext cx="3625473" cy="647334"/>
        </a:xfrm>
        <a:custGeom>
          <a:avLst/>
          <a:gdLst/>
          <a:ahLst/>
          <a:cxnLst/>
          <a:rect l="0" t="0" r="0" b="0"/>
          <a:pathLst>
            <a:path>
              <a:moveTo>
                <a:pt x="3625473" y="0"/>
              </a:moveTo>
              <a:lnTo>
                <a:pt x="3625473" y="340767"/>
              </a:lnTo>
              <a:lnTo>
                <a:pt x="0" y="340767"/>
              </a:lnTo>
              <a:lnTo>
                <a:pt x="0" y="64733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5532" y="2088299"/>
        <a:ext cx="184415" cy="6779"/>
      </dsp:txXfrm>
    </dsp:sp>
    <dsp:sp modelId="{F2720FBE-0D61-4979-AC63-EC856AACCBD3}">
      <dsp:nvSpPr>
        <dsp:cNvPr id="0" name=""/>
        <dsp:cNvSpPr/>
      </dsp:nvSpPr>
      <dsp:spPr>
        <a:xfrm>
          <a:off x="3966707" y="1298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Staff calculated prices manually.</a:t>
          </a:r>
          <a:endParaRPr lang="en-US" sz="2500" kern="1200"/>
        </a:p>
      </dsp:txBody>
      <dsp:txXfrm>
        <a:off x="3966707" y="1298"/>
        <a:ext cx="2947539" cy="1768523"/>
      </dsp:txXfrm>
    </dsp:sp>
    <dsp:sp modelId="{372B93FB-B73F-4C3D-B8DC-51611A2D4996}">
      <dsp:nvSpPr>
        <dsp:cNvPr id="0" name=""/>
        <dsp:cNvSpPr/>
      </dsp:nvSpPr>
      <dsp:spPr>
        <a:xfrm>
          <a:off x="3286973" y="3286298"/>
          <a:ext cx="647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733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93692" y="3328628"/>
        <a:ext cx="33896" cy="6779"/>
      </dsp:txXfrm>
    </dsp:sp>
    <dsp:sp modelId="{F303B8FA-4F93-46EA-9373-A23B90C08987}">
      <dsp:nvSpPr>
        <dsp:cNvPr id="0" name=""/>
        <dsp:cNvSpPr/>
      </dsp:nvSpPr>
      <dsp:spPr>
        <a:xfrm>
          <a:off x="341234" y="2447756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Mistakes happened with totals, discounts, and delivery charges.</a:t>
          </a:r>
          <a:endParaRPr lang="en-US" sz="2500" kern="1200"/>
        </a:p>
      </dsp:txBody>
      <dsp:txXfrm>
        <a:off x="341234" y="2447756"/>
        <a:ext cx="2947539" cy="1768523"/>
      </dsp:txXfrm>
    </dsp:sp>
    <dsp:sp modelId="{5EA95866-DD03-4692-9470-551A487EF3FB}">
      <dsp:nvSpPr>
        <dsp:cNvPr id="0" name=""/>
        <dsp:cNvSpPr/>
      </dsp:nvSpPr>
      <dsp:spPr>
        <a:xfrm>
          <a:off x="1815003" y="4214479"/>
          <a:ext cx="3625473" cy="647334"/>
        </a:xfrm>
        <a:custGeom>
          <a:avLst/>
          <a:gdLst/>
          <a:ahLst/>
          <a:cxnLst/>
          <a:rect l="0" t="0" r="0" b="0"/>
          <a:pathLst>
            <a:path>
              <a:moveTo>
                <a:pt x="3625473" y="0"/>
              </a:moveTo>
              <a:lnTo>
                <a:pt x="3625473" y="340767"/>
              </a:lnTo>
              <a:lnTo>
                <a:pt x="0" y="340767"/>
              </a:lnTo>
              <a:lnTo>
                <a:pt x="0" y="64733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5532" y="4534757"/>
        <a:ext cx="184415" cy="6779"/>
      </dsp:txXfrm>
    </dsp:sp>
    <dsp:sp modelId="{0F5C3854-F9DD-4C49-979E-60DB2C5C11DD}">
      <dsp:nvSpPr>
        <dsp:cNvPr id="0" name=""/>
        <dsp:cNvSpPr/>
      </dsp:nvSpPr>
      <dsp:spPr>
        <a:xfrm>
          <a:off x="3966707" y="2447756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SLOUTION :</a:t>
          </a:r>
          <a:endParaRPr lang="en-US" sz="2500" kern="1200"/>
        </a:p>
      </dsp:txBody>
      <dsp:txXfrm>
        <a:off x="3966707" y="2447756"/>
        <a:ext cx="2947539" cy="1768523"/>
      </dsp:txXfrm>
    </dsp:sp>
    <dsp:sp modelId="{EB8532E7-8C8D-44E8-BDA0-4E7031835382}">
      <dsp:nvSpPr>
        <dsp:cNvPr id="0" name=""/>
        <dsp:cNvSpPr/>
      </dsp:nvSpPr>
      <dsp:spPr>
        <a:xfrm>
          <a:off x="3286973" y="5732755"/>
          <a:ext cx="647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733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93692" y="5775085"/>
        <a:ext cx="33896" cy="6779"/>
      </dsp:txXfrm>
    </dsp:sp>
    <dsp:sp modelId="{D25D4DDD-E72B-4FA1-BA9F-98E68F8F0658}">
      <dsp:nvSpPr>
        <dsp:cNvPr id="0" name=""/>
        <dsp:cNvSpPr/>
      </dsp:nvSpPr>
      <dsp:spPr>
        <a:xfrm>
          <a:off x="341234" y="4894213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Staff calculated prices manually.</a:t>
          </a:r>
          <a:endParaRPr lang="en-US" sz="2500" kern="1200"/>
        </a:p>
      </dsp:txBody>
      <dsp:txXfrm>
        <a:off x="341234" y="4894213"/>
        <a:ext cx="2947539" cy="1768523"/>
      </dsp:txXfrm>
    </dsp:sp>
    <dsp:sp modelId="{27F32F1C-EC01-4260-A176-791BB7DD797E}">
      <dsp:nvSpPr>
        <dsp:cNvPr id="0" name=""/>
        <dsp:cNvSpPr/>
      </dsp:nvSpPr>
      <dsp:spPr>
        <a:xfrm>
          <a:off x="3966707" y="4894213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Mistakes happened with totals, discounts, and delivery charges.</a:t>
          </a:r>
          <a:endParaRPr lang="en-US" sz="2500" kern="1200"/>
        </a:p>
      </dsp:txBody>
      <dsp:txXfrm>
        <a:off x="3966707" y="4894213"/>
        <a:ext cx="2947539" cy="17685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85E19-261F-454A-BC74-AE25F4252B6A}">
      <dsp:nvSpPr>
        <dsp:cNvPr id="0" name=""/>
        <dsp:cNvSpPr/>
      </dsp:nvSpPr>
      <dsp:spPr>
        <a:xfrm>
          <a:off x="1139160" y="796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PROBLEM :</a:t>
          </a:r>
          <a:endParaRPr lang="en-US" sz="2200" kern="1200"/>
        </a:p>
      </dsp:txBody>
      <dsp:txXfrm>
        <a:off x="1139160" y="796"/>
        <a:ext cx="2370076" cy="1422045"/>
      </dsp:txXfrm>
    </dsp:sp>
    <dsp:sp modelId="{16F6EE51-EA5F-4664-A72E-B064BBA7C836}">
      <dsp:nvSpPr>
        <dsp:cNvPr id="0" name=""/>
        <dsp:cNvSpPr/>
      </dsp:nvSpPr>
      <dsp:spPr>
        <a:xfrm>
          <a:off x="3746244" y="796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Devices needed correct IP addresses.</a:t>
          </a:r>
          <a:endParaRPr lang="en-US" sz="2200" kern="1200"/>
        </a:p>
      </dsp:txBody>
      <dsp:txXfrm>
        <a:off x="3746244" y="796"/>
        <a:ext cx="2370076" cy="1422045"/>
      </dsp:txXfrm>
    </dsp:sp>
    <dsp:sp modelId="{B6C7C8D8-78B0-41E7-B294-B9E7F6B0BB9F}">
      <dsp:nvSpPr>
        <dsp:cNvPr id="0" name=""/>
        <dsp:cNvSpPr/>
      </dsp:nvSpPr>
      <dsp:spPr>
        <a:xfrm>
          <a:off x="1139160" y="1659849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Internal and external connections needed testing.</a:t>
          </a:r>
          <a:endParaRPr lang="en-US" sz="2200" kern="1200"/>
        </a:p>
      </dsp:txBody>
      <dsp:txXfrm>
        <a:off x="1139160" y="1659849"/>
        <a:ext cx="2370076" cy="1422045"/>
      </dsp:txXfrm>
    </dsp:sp>
    <dsp:sp modelId="{EA528A74-7AC2-4017-8C52-36EABDC41660}">
      <dsp:nvSpPr>
        <dsp:cNvPr id="0" name=""/>
        <dsp:cNvSpPr/>
      </dsp:nvSpPr>
      <dsp:spPr>
        <a:xfrm>
          <a:off x="3746244" y="1659849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SOLUTION :</a:t>
          </a:r>
          <a:endParaRPr lang="en-US" sz="2200" kern="1200"/>
        </a:p>
      </dsp:txBody>
      <dsp:txXfrm>
        <a:off x="3746244" y="1659849"/>
        <a:ext cx="2370076" cy="1422045"/>
      </dsp:txXfrm>
    </dsp:sp>
    <dsp:sp modelId="{DC95243B-3A6E-4F0C-B093-760E50A66466}">
      <dsp:nvSpPr>
        <dsp:cNvPr id="0" name=""/>
        <dsp:cNvSpPr/>
      </dsp:nvSpPr>
      <dsp:spPr>
        <a:xfrm>
          <a:off x="1139160" y="3318903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Connect devices using switches and a router.</a:t>
          </a:r>
          <a:endParaRPr lang="en-US" sz="2200" kern="1200"/>
        </a:p>
      </dsp:txBody>
      <dsp:txXfrm>
        <a:off x="1139160" y="3318903"/>
        <a:ext cx="2370076" cy="1422045"/>
      </dsp:txXfrm>
    </dsp:sp>
    <dsp:sp modelId="{A59167E3-983F-40F3-A679-C23BF08DB1F2}">
      <dsp:nvSpPr>
        <dsp:cNvPr id="0" name=""/>
        <dsp:cNvSpPr/>
      </dsp:nvSpPr>
      <dsp:spPr>
        <a:xfrm>
          <a:off x="3746244" y="3318903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Configure IP addresses and DNS.</a:t>
          </a:r>
          <a:endParaRPr lang="en-US" sz="2200" kern="1200"/>
        </a:p>
      </dsp:txBody>
      <dsp:txXfrm>
        <a:off x="3746244" y="3318903"/>
        <a:ext cx="2370076" cy="1422045"/>
      </dsp:txXfrm>
    </dsp:sp>
    <dsp:sp modelId="{06C4AAB2-A046-4B11-9B3C-BAF5432B6083}">
      <dsp:nvSpPr>
        <dsp:cNvPr id="0" name=""/>
        <dsp:cNvSpPr/>
      </dsp:nvSpPr>
      <dsp:spPr>
        <a:xfrm>
          <a:off x="2442702" y="4977956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Test websites and ping connections.</a:t>
          </a:r>
          <a:endParaRPr lang="en-US" sz="2200" kern="1200" dirty="0"/>
        </a:p>
      </dsp:txBody>
      <dsp:txXfrm>
        <a:off x="2442702" y="4977956"/>
        <a:ext cx="2370076" cy="14220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B8521-A02D-43E4-94CA-1C852D289777}">
      <dsp:nvSpPr>
        <dsp:cNvPr id="0" name=""/>
        <dsp:cNvSpPr/>
      </dsp:nvSpPr>
      <dsp:spPr>
        <a:xfrm>
          <a:off x="590380" y="899261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0D7F9-7CBB-4BE4-BA6C-A7D1410468BB}">
      <dsp:nvSpPr>
        <dsp:cNvPr id="0" name=""/>
        <dsp:cNvSpPr/>
      </dsp:nvSpPr>
      <dsp:spPr>
        <a:xfrm>
          <a:off x="3281" y="2248173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PROBLEM :</a:t>
          </a:r>
          <a:endParaRPr lang="en-US" sz="1500" kern="1200"/>
        </a:p>
      </dsp:txBody>
      <dsp:txXfrm>
        <a:off x="3281" y="2248173"/>
        <a:ext cx="2134906" cy="720000"/>
      </dsp:txXfrm>
    </dsp:sp>
    <dsp:sp modelId="{A6927ACC-9E92-4101-A3FF-5685548B3FB9}">
      <dsp:nvSpPr>
        <dsp:cNvPr id="0" name=""/>
        <dsp:cNvSpPr/>
      </dsp:nvSpPr>
      <dsp:spPr>
        <a:xfrm>
          <a:off x="3098895" y="899261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76B0A-1CCA-44BD-AA91-F836F5ED9E91}">
      <dsp:nvSpPr>
        <dsp:cNvPr id="0" name=""/>
        <dsp:cNvSpPr/>
      </dsp:nvSpPr>
      <dsp:spPr>
        <a:xfrm>
          <a:off x="2511796" y="2248173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People face online scams and security risks.</a:t>
          </a:r>
          <a:endParaRPr lang="en-US" sz="1500" kern="1200"/>
        </a:p>
      </dsp:txBody>
      <dsp:txXfrm>
        <a:off x="2511796" y="2248173"/>
        <a:ext cx="2134906" cy="720000"/>
      </dsp:txXfrm>
    </dsp:sp>
    <dsp:sp modelId="{727E4542-F2D3-4837-94F0-7AC071A001A5}">
      <dsp:nvSpPr>
        <dsp:cNvPr id="0" name=""/>
        <dsp:cNvSpPr/>
      </dsp:nvSpPr>
      <dsp:spPr>
        <a:xfrm>
          <a:off x="5607410" y="899261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E9A52-A984-4BA8-A83F-E471C3692052}">
      <dsp:nvSpPr>
        <dsp:cNvPr id="0" name=""/>
        <dsp:cNvSpPr/>
      </dsp:nvSpPr>
      <dsp:spPr>
        <a:xfrm>
          <a:off x="5020311" y="2248173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Weak passwords and unsafe habits can expose personal data.</a:t>
          </a:r>
          <a:endParaRPr lang="en-US" sz="1500" kern="1200"/>
        </a:p>
      </dsp:txBody>
      <dsp:txXfrm>
        <a:off x="5020311" y="2248173"/>
        <a:ext cx="2134906" cy="720000"/>
      </dsp:txXfrm>
    </dsp:sp>
    <dsp:sp modelId="{B7260057-64AB-48BD-A4A1-A5EEFBD2284F}">
      <dsp:nvSpPr>
        <dsp:cNvPr id="0" name=""/>
        <dsp:cNvSpPr/>
      </dsp:nvSpPr>
      <dsp:spPr>
        <a:xfrm>
          <a:off x="590380" y="3501899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7B3F5-114D-442C-8182-EBA7A775D88B}">
      <dsp:nvSpPr>
        <dsp:cNvPr id="0" name=""/>
        <dsp:cNvSpPr/>
      </dsp:nvSpPr>
      <dsp:spPr>
        <a:xfrm>
          <a:off x="3281" y="4850811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SOLUTION :</a:t>
          </a:r>
          <a:br>
            <a:rPr lang="en-GB" sz="1500" kern="1200"/>
          </a:br>
          <a:r>
            <a:rPr lang="en-GB" sz="1500" kern="1200"/>
            <a:t>Explain ways to stay safe online.</a:t>
          </a:r>
          <a:endParaRPr lang="en-US" sz="1500" kern="1200"/>
        </a:p>
      </dsp:txBody>
      <dsp:txXfrm>
        <a:off x="3281" y="4850811"/>
        <a:ext cx="2134906" cy="720000"/>
      </dsp:txXfrm>
    </dsp:sp>
    <dsp:sp modelId="{2EDF3059-7317-4B53-85BF-95F39EB1DC8A}">
      <dsp:nvSpPr>
        <dsp:cNvPr id="0" name=""/>
        <dsp:cNvSpPr/>
      </dsp:nvSpPr>
      <dsp:spPr>
        <a:xfrm>
          <a:off x="3098895" y="3501899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0E109-8D44-4565-A625-5B0665DD0BA4}">
      <dsp:nvSpPr>
        <dsp:cNvPr id="0" name=""/>
        <dsp:cNvSpPr/>
      </dsp:nvSpPr>
      <dsp:spPr>
        <a:xfrm>
          <a:off x="2511796" y="4850811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Research trusted sources.</a:t>
          </a:r>
          <a:endParaRPr lang="en-US" sz="1500" kern="1200"/>
        </a:p>
      </dsp:txBody>
      <dsp:txXfrm>
        <a:off x="2511796" y="4850811"/>
        <a:ext cx="2134906" cy="720000"/>
      </dsp:txXfrm>
    </dsp:sp>
    <dsp:sp modelId="{BE219859-B447-49DC-8E69-5B7A5F40EFDE}">
      <dsp:nvSpPr>
        <dsp:cNvPr id="0" name=""/>
        <dsp:cNvSpPr/>
      </dsp:nvSpPr>
      <dsp:spPr>
        <a:xfrm>
          <a:off x="5607410" y="3501899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BEF89-B7F6-49B9-B45C-05677828234A}">
      <dsp:nvSpPr>
        <dsp:cNvPr id="0" name=""/>
        <dsp:cNvSpPr/>
      </dsp:nvSpPr>
      <dsp:spPr>
        <a:xfrm>
          <a:off x="5020311" y="4850811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Create a structured team report with references.</a:t>
          </a:r>
          <a:endParaRPr lang="en-US" sz="1500" kern="1200"/>
        </a:p>
      </dsp:txBody>
      <dsp:txXfrm>
        <a:off x="5020311" y="4850811"/>
        <a:ext cx="2134906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6F8F6-6920-43BB-99DD-848B8B4166C7}">
      <dsp:nvSpPr>
        <dsp:cNvPr id="0" name=""/>
        <dsp:cNvSpPr/>
      </dsp:nvSpPr>
      <dsp:spPr>
        <a:xfrm>
          <a:off x="2232463" y="395944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7CE357-A65D-4D07-B7A9-2A190AA12C4C}">
      <dsp:nvSpPr>
        <dsp:cNvPr id="0" name=""/>
        <dsp:cNvSpPr/>
      </dsp:nvSpPr>
      <dsp:spPr>
        <a:xfrm>
          <a:off x="2700463" y="863944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2D7A8-221A-4471-8C13-E8365474F083}">
      <dsp:nvSpPr>
        <dsp:cNvPr id="0" name=""/>
        <dsp:cNvSpPr/>
      </dsp:nvSpPr>
      <dsp:spPr>
        <a:xfrm>
          <a:off x="1530463" y="327594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3000" kern="1200"/>
            <a:t>MINI PROJECT FOUR </a:t>
          </a:r>
          <a:endParaRPr lang="en-US" sz="3000" kern="1200"/>
        </a:p>
      </dsp:txBody>
      <dsp:txXfrm>
        <a:off x="1530463" y="3275945"/>
        <a:ext cx="3600000" cy="720000"/>
      </dsp:txXfrm>
    </dsp:sp>
    <dsp:sp modelId="{86D39C69-F12C-49F3-8033-BFE987E08306}">
      <dsp:nvSpPr>
        <dsp:cNvPr id="0" name=""/>
        <dsp:cNvSpPr/>
      </dsp:nvSpPr>
      <dsp:spPr>
        <a:xfrm>
          <a:off x="6462464" y="395944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63EC6-D325-45A5-B42F-8EFC9E7E7484}">
      <dsp:nvSpPr>
        <dsp:cNvPr id="0" name=""/>
        <dsp:cNvSpPr/>
      </dsp:nvSpPr>
      <dsp:spPr>
        <a:xfrm>
          <a:off x="6930464" y="863944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5B82F-EB4B-4E9D-AB1A-F4FABE337A85}">
      <dsp:nvSpPr>
        <dsp:cNvPr id="0" name=""/>
        <dsp:cNvSpPr/>
      </dsp:nvSpPr>
      <dsp:spPr>
        <a:xfrm>
          <a:off x="5760464" y="327594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 dirty="0"/>
            <a:t>MINIPROJECT 2 </a:t>
          </a:r>
        </a:p>
      </dsp:txBody>
      <dsp:txXfrm>
        <a:off x="5760464" y="327594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9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95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6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2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4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1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1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5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0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10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57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?utm_source=chatgpt.com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B0DE89-D730-0D5C-382B-75555070A6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656" r="9091" b="10736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272C08-5748-3C09-4343-BD19BF549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GB" sz="6000" dirty="0">
                <a:solidFill>
                  <a:srgbClr val="FFFFFF"/>
                </a:solidFill>
              </a:rPr>
              <a:t>ORAL PRESENTATION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E418E-4359-6E50-4014-C831F22DE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 fontScale="92500" lnSpcReduction="20000"/>
          </a:bodyPr>
          <a:lstStyle/>
          <a:p>
            <a:r>
              <a:rPr lang="en-GB" dirty="0">
                <a:solidFill>
                  <a:srgbClr val="FFFFFF"/>
                </a:solidFill>
              </a:rPr>
              <a:t>INCLUDES ALL THE  MINI PROJECTS</a:t>
            </a:r>
          </a:p>
          <a:p>
            <a:r>
              <a:rPr lang="en-GB" dirty="0">
                <a:solidFill>
                  <a:srgbClr val="FFFFFF"/>
                </a:solidFill>
              </a:rPr>
              <a:t>TEAM NAME 3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715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676B2-87FF-6859-9A99-42A57AE0E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MEMBERS OF THE TEAM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ext Placeholder 3">
            <a:extLst>
              <a:ext uri="{FF2B5EF4-FFF2-40B4-BE49-F238E27FC236}">
                <a16:creationId xmlns:a16="http://schemas.microsoft.com/office/drawing/2014/main" id="{E1683D03-84FE-D72F-75A7-4D1965D31B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874701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87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1B4EB-F421-2E4D-28AE-66FBD6DC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GB"/>
              <a:t>MINI PROJECTS . </a:t>
            </a:r>
            <a:endParaRPr lang="en-GB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B7F7876-C025-187C-E12E-0E06EAFBC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579278"/>
              </p:ext>
            </p:extLst>
          </p:nvPr>
        </p:nvGraphicFramePr>
        <p:xfrm>
          <a:off x="914400" y="2054613"/>
          <a:ext cx="10723418" cy="4650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47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ED37C-5404-7E78-2463-82DD5C58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50" y="1402772"/>
            <a:ext cx="3859397" cy="1451723"/>
          </a:xfrm>
        </p:spPr>
        <p:txBody>
          <a:bodyPr/>
          <a:lstStyle/>
          <a:p>
            <a:r>
              <a:rPr lang="en-GB" dirty="0"/>
              <a:t>MINI PROJECT ONE 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4E254072-68BF-66EA-8F8C-FC2F3C972A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746435"/>
              </p:ext>
            </p:extLst>
          </p:nvPr>
        </p:nvGraphicFramePr>
        <p:xfrm>
          <a:off x="4936519" y="110836"/>
          <a:ext cx="7075372" cy="6622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22C13-98F9-462E-60EF-B9B387E34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WHAT WAS GIVEN :</a:t>
            </a:r>
          </a:p>
          <a:p>
            <a:r>
              <a:rPr lang="en-GB" sz="2000" dirty="0"/>
              <a:t>12 workstations for four job roles.</a:t>
            </a:r>
          </a:p>
          <a:p>
            <a:r>
              <a:rPr lang="en-GB" sz="2000" dirty="0"/>
              <a:t>Total budget: £27,450, including contingency</a:t>
            </a:r>
            <a:r>
              <a:rPr lang="en-GB" sz="2400" dirty="0"/>
              <a:t>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1497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25F6-0783-0E1C-A837-D965AD67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ONE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F8A01-D0E6-F043-6B01-9230F0575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A53EF9-4EB1-BF52-291B-A8A5C6D799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150" y="1304290"/>
            <a:ext cx="7766049" cy="516636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9847C0-A191-3DB6-90E9-7B9E90550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5074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6C21FAEE-18F1-8B47-7CFF-36B1445EF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1" y="76200"/>
            <a:ext cx="5594349" cy="3175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F49FCC-6D77-E584-7C72-6BB3B28F5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950" y="0"/>
            <a:ext cx="6089650" cy="3251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7911AB-B10D-FC3F-57F2-105F70E08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71" y="3429000"/>
            <a:ext cx="5941129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0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6DA6-12F8-2F74-DF4A-AF391F13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2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C2FE4B8-4D21-6590-0CE8-A007DD3DE4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674996"/>
              </p:ext>
            </p:extLst>
          </p:nvPr>
        </p:nvGraphicFramePr>
        <p:xfrm>
          <a:off x="4936518" y="193964"/>
          <a:ext cx="7255481" cy="6664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F2524-A887-0F69-74BA-57AC79813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800" dirty="0"/>
              <a:t>WHAT WAS GIVEN : </a:t>
            </a:r>
          </a:p>
          <a:p>
            <a:r>
              <a:rPr lang="en-GB" sz="2300" dirty="0"/>
              <a:t>A pizza shop needed an ordering system.</a:t>
            </a:r>
          </a:p>
          <a:p>
            <a:r>
              <a:rPr lang="en-GB" sz="2300" dirty="0"/>
              <a:t>Staff had to enter customer details, pizzas, toppings, and delivery.</a:t>
            </a:r>
          </a:p>
          <a:p>
            <a:r>
              <a:rPr lang="en-GB" sz="2300" dirty="0"/>
              <a:t>The program had to calculate bills, discounts, and charges.</a:t>
            </a:r>
          </a:p>
          <a:p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084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66FDBB-DD71-C256-51D3-1F4392FC2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490" y="0"/>
            <a:ext cx="4915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77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42393-5979-E42C-542F-BD9D502B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2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21B5D-A6D0-C4E0-C93E-9549D36B4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E8E079-4A9E-E2BE-279B-9BDFDBB929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292" y="1266984"/>
            <a:ext cx="5692140" cy="469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03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7C4A-941B-DF01-85B0-AB8E4AC0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19A6E-D8CC-CB99-A1CE-FF6F93DD8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GB" dirty="0"/>
              <a:t>In testing we have check different test cases and these are: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Normal Cases: </a:t>
            </a:r>
            <a:r>
              <a:rPr lang="en-GB" dirty="0"/>
              <a:t>Tested all the correct input(quantity, sizes, toppings and delivery).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Boundary Cases: </a:t>
            </a:r>
            <a:r>
              <a:rPr lang="en-GB" dirty="0"/>
              <a:t>Checked the limits for making sure about the system work. 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Abnormal Cases: </a:t>
            </a:r>
            <a:r>
              <a:rPr lang="en-GB" dirty="0"/>
              <a:t>Tested all the incorrect input like, (empty spaces, dots instead of correct information).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Manually Checking : </a:t>
            </a:r>
            <a:r>
              <a:rPr lang="en-GB" dirty="0"/>
              <a:t>Tried to do all calculation using paper and calculator for verifying accurate results.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​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2DE38-2377-A8AB-F82F-46789652E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304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26833-7D5E-2173-1364-D5EA126C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2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DDD8A-2907-026E-9427-A99094637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852B06-9BA9-F05A-B27E-EE71BD364A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474" y="1030288"/>
            <a:ext cx="4337776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024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EDE192D-92E6-9A7C-999A-35E7EE875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222250"/>
            <a:ext cx="46545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531C179-124F-46BC-9593-0551EE62C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1" y="4159250"/>
            <a:ext cx="4654549" cy="239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54C7D8D2-3F39-08FF-341E-B2D987871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619125"/>
            <a:ext cx="71628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50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D83C-BEA6-9BB9-A3F4-BD9D97CC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3 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1ED9C43-7BAC-31B2-0E81-309AC9959B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6422814"/>
              </p:ext>
            </p:extLst>
          </p:nvPr>
        </p:nvGraphicFramePr>
        <p:xfrm>
          <a:off x="4936518" y="457200"/>
          <a:ext cx="7255481" cy="6400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670FE-C091-2A4A-37C8-99C1D19B2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WHAT WAS GIVEN :</a:t>
            </a:r>
          </a:p>
          <a:p>
            <a:r>
              <a:rPr lang="en-GB" sz="2400" dirty="0"/>
              <a:t>Build an office network in Filius.</a:t>
            </a:r>
          </a:p>
          <a:p>
            <a:r>
              <a:rPr lang="en-GB" sz="2400" dirty="0"/>
              <a:t>Connect office PCs, servers, and cloud network.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993447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BB18F-59B1-6556-90FC-F1510A93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3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04A351-101C-6C7C-23DF-DAD3F52E4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48" y="1030288"/>
            <a:ext cx="4276829" cy="51673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B7B03-0FC3-5E67-A223-325255C12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</p:spTree>
    <p:extLst>
      <p:ext uri="{BB962C8B-B14F-4D97-AF65-F5344CB8AC3E}">
        <p14:creationId xmlns:p14="http://schemas.microsoft.com/office/powerpoint/2010/main" val="2396907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4B8D-BD67-EDD5-0481-214C03087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3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BF05AE-582E-7337-FE94-BB8930B02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400050"/>
            <a:ext cx="4216400" cy="27178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2A726-3C7E-BD66-0A9A-2E7EFEF80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7F17F2-8D28-A541-DBE3-BB324A6D3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162300"/>
            <a:ext cx="4216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75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DFD0FA-7B99-16FC-7E7C-6A750BD50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074" y="850900"/>
            <a:ext cx="5526576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07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405B4B-D371-697E-C683-7E700E1A7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49" y="88900"/>
            <a:ext cx="3583601" cy="6038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126DAC-FF22-EC94-53F7-30A04B584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050" y="0"/>
            <a:ext cx="57531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02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B2864D-AF6C-E593-67AE-F8C73D5E4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425" y="0"/>
            <a:ext cx="5311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39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B6E4-3F40-6621-D874-CBA686E1D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4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AD45756-C582-34CE-5214-94FFBA9FD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467452"/>
              </p:ext>
            </p:extLst>
          </p:nvPr>
        </p:nvGraphicFramePr>
        <p:xfrm>
          <a:off x="4936518" y="263236"/>
          <a:ext cx="7158499" cy="6470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AEF80-7B1D-27AF-7A58-6418F0C40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800" dirty="0"/>
              <a:t>WHAT WAS GIVEN : </a:t>
            </a:r>
          </a:p>
          <a:p>
            <a:r>
              <a:rPr lang="en-GB" sz="2300" dirty="0"/>
              <a:t>Write a report about online safety.</a:t>
            </a:r>
          </a:p>
          <a:p>
            <a:r>
              <a:rPr lang="en-GB" sz="2300" dirty="0"/>
              <a:t>Cover passwords, 2FA, phishing, devices, and public Wi-Fi.</a:t>
            </a:r>
          </a:p>
          <a:p>
            <a:r>
              <a:rPr lang="en-GB" sz="2300" dirty="0"/>
              <a:t>Use reliable sources and Harvard references.</a:t>
            </a:r>
          </a:p>
          <a:p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8158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5A55-2B6F-01E0-9D63-26643100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4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A2F2FC-1617-F436-531B-DE79AEC5C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351" y="1030287"/>
            <a:ext cx="3289299" cy="267811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E6E06-4689-4435-47DE-F2D418B86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87836A-8383-3889-319F-25D446B8F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650" y="1371601"/>
            <a:ext cx="3644900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D3BE17-054F-9458-1D32-A7B6B5A89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5250"/>
            <a:ext cx="5067300" cy="278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60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2AB7-C83C-DC63-CCF5-ECA3B5A56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LIVE DEMO ON GITHUB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C02A8C8-7383-A191-5BB7-6943A5073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277774"/>
              </p:ext>
            </p:extLst>
          </p:nvPr>
        </p:nvGraphicFramePr>
        <p:xfrm>
          <a:off x="650536" y="2193175"/>
          <a:ext cx="10890928" cy="4391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9892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6EC26E-A8DC-8931-DDC5-E8EDF27F5386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D0D0D"/>
                </a:solidFill>
                <a:effectLst/>
                <a:latin typeface="-apple-system-body"/>
                <a:hlinkClick r:id="rId2"/>
              </a:rPr>
              <a:t>https://github.com</a:t>
            </a:r>
            <a:r>
              <a:rPr lang="en-GB" b="0" i="0" dirty="0">
                <a:effectLst/>
                <a:latin typeface="-apple-system-body"/>
                <a:hlinkClick r:id="rId2"/>
              </a:rPr>
              <a:t> 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7525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7FF24-C19B-E76B-80D5-6F1E42DEF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GB" dirty="0"/>
              <a:t>REFLECTION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F8E8C-BBE1-78BE-2C3C-473380A9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16727"/>
            <a:ext cx="7076902" cy="4641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/>
              <a:t>Learning Journey:</a:t>
            </a:r>
          </a:p>
          <a:p>
            <a:pPr marL="0" indent="0">
              <a:buNone/>
            </a:pPr>
            <a:endParaRPr lang="en-GB" sz="3600" b="1" dirty="0"/>
          </a:p>
          <a:p>
            <a:r>
              <a:rPr lang="en-GB" sz="2400" dirty="0"/>
              <a:t>Learned new skills and software.</a:t>
            </a:r>
          </a:p>
          <a:p>
            <a:r>
              <a:rPr lang="en-GB" sz="2400" dirty="0"/>
              <a:t>Faced difficulties but solved them through practice.</a:t>
            </a:r>
          </a:p>
          <a:p>
            <a:r>
              <a:rPr lang="en-GB" sz="2400" dirty="0"/>
              <a:t>Improved my teamwork and problem-solving.</a:t>
            </a:r>
          </a:p>
          <a:p>
            <a:r>
              <a:rPr lang="en-GB" sz="2400" dirty="0"/>
              <a:t>Gained more knowledge and confidence.</a:t>
            </a:r>
          </a:p>
          <a:p>
            <a:endParaRPr lang="en-GB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2E59A458-82EB-1E27-21E7-E69B0F1D5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590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97A91C4A-886D-06D1-7EA4-73C4C40444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4EA136-CB3E-03A7-3553-9ACCD391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8929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THANKYOU FOR YOUR ATTENTION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FE819-CB86-AA07-1FC3-F87C01955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970" y="5253051"/>
            <a:ext cx="4892948" cy="812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>
                <a:solidFill>
                  <a:srgbClr val="FFFFFF"/>
                </a:solidFill>
              </a:rPr>
              <a:t>ANY QUESTION  ?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975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7cec8e3a-a9b5-4eb5-8efb-24f83bbf81dd"/>
</p:tagLst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565</Words>
  <Application>Microsoft Office PowerPoint</Application>
  <PresentationFormat>Widescreen</PresentationFormat>
  <Paragraphs>91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-apple-system-body</vt:lpstr>
      <vt:lpstr>Arial</vt:lpstr>
      <vt:lpstr>Grandview Display</vt:lpstr>
      <vt:lpstr>DashVTI</vt:lpstr>
      <vt:lpstr>ORAL PRESENTATION </vt:lpstr>
      <vt:lpstr>MEMBERS OF THE TEAM </vt:lpstr>
      <vt:lpstr>MINI PROJECTS . </vt:lpstr>
      <vt:lpstr>MINI PROJECT ONE </vt:lpstr>
      <vt:lpstr>MINI PROJECT ONE </vt:lpstr>
      <vt:lpstr>PowerPoint Presentation</vt:lpstr>
      <vt:lpstr>MINI PROJECT 2 </vt:lpstr>
      <vt:lpstr>PowerPoint Presentation</vt:lpstr>
      <vt:lpstr>MINI PROJECT 2 </vt:lpstr>
      <vt:lpstr>MINI PROJECT 2 </vt:lpstr>
      <vt:lpstr>MINI PROJECT 2 </vt:lpstr>
      <vt:lpstr>PowerPoint Presentation</vt:lpstr>
      <vt:lpstr>MINI PROJECT 3 </vt:lpstr>
      <vt:lpstr>MINI PROJECT 3 </vt:lpstr>
      <vt:lpstr>MINI PROJECT 3</vt:lpstr>
      <vt:lpstr>PowerPoint Presentation</vt:lpstr>
      <vt:lpstr>PowerPoint Presentation</vt:lpstr>
      <vt:lpstr>PowerPoint Presentation</vt:lpstr>
      <vt:lpstr>MINI PROJECT 4 </vt:lpstr>
      <vt:lpstr>MINI PROJECT 4 </vt:lpstr>
      <vt:lpstr>LIVE DEMO ON GITHUB </vt:lpstr>
      <vt:lpstr>PowerPoint Presentation</vt:lpstr>
      <vt:lpstr>REFLECTION </vt:lpstr>
      <vt:lpstr>THANKYOU FOR YOUR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Sajjad, Hamza</dc:creator>
  <cp:lastModifiedBy>Sajjad, Hamza</cp:lastModifiedBy>
  <cp:revision>5</cp:revision>
  <dcterms:created xsi:type="dcterms:W3CDTF">2026-10-16T09:42:02Z</dcterms:created>
  <dcterms:modified xsi:type="dcterms:W3CDTF">2026-10-21T10:04:42Z</dcterms:modified>
</cp:coreProperties>
</file>